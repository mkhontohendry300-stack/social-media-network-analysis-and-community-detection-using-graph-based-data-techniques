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30"/>
  </p:notesMasterIdLst>
  <p:sldIdLst>
    <p:sldId id="256" r:id="rId5"/>
    <p:sldId id="264" r:id="rId6"/>
    <p:sldId id="257" r:id="rId7"/>
    <p:sldId id="265" r:id="rId8"/>
    <p:sldId id="272" r:id="rId9"/>
    <p:sldId id="284" r:id="rId10"/>
    <p:sldId id="266" r:id="rId11"/>
    <p:sldId id="271" r:id="rId12"/>
    <p:sldId id="267" r:id="rId13"/>
    <p:sldId id="268" r:id="rId14"/>
    <p:sldId id="258" r:id="rId15"/>
    <p:sldId id="259" r:id="rId16"/>
    <p:sldId id="269" r:id="rId17"/>
    <p:sldId id="270" r:id="rId18"/>
    <p:sldId id="260" r:id="rId19"/>
    <p:sldId id="273" r:id="rId20"/>
    <p:sldId id="274" r:id="rId21"/>
    <p:sldId id="275" r:id="rId22"/>
    <p:sldId id="278" r:id="rId23"/>
    <p:sldId id="279" r:id="rId24"/>
    <p:sldId id="281" r:id="rId25"/>
    <p:sldId id="282" r:id="rId26"/>
    <p:sldId id="262" r:id="rId27"/>
    <p:sldId id="283" r:id="rId28"/>
    <p:sldId id="26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960DFA-7709-C089-DE0A-F3CDDD458B35}" v="1" dt="2026-03-06T07:24:32.7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4" d="100"/>
          <a:sy n="104" d="100"/>
        </p:scale>
        <p:origin x="138" y="32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F1AAA0-98D8-4BC2-A3B0-55195F58DB3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1CD5EE9-EDBD-484B-B3F1-2B672D61CCD8}">
      <dgm:prSet custT="1"/>
      <dgm:spPr/>
      <dgm:t>
        <a:bodyPr/>
        <a:lstStyle/>
        <a:p>
          <a:pPr>
            <a:lnSpc>
              <a:spcPct val="100000"/>
            </a:lnSpc>
          </a:pPr>
          <a:r>
            <a:rPr lang="en-US" sz="2000" dirty="0"/>
            <a:t>Introduction</a:t>
          </a:r>
        </a:p>
      </dgm:t>
    </dgm:pt>
    <dgm:pt modelId="{3DC312E4-F695-4F97-9DC3-2F0597E25F38}" type="parTrans" cxnId="{A260C031-095F-48DD-8661-8C00B79FFC09}">
      <dgm:prSet/>
      <dgm:spPr/>
      <dgm:t>
        <a:bodyPr/>
        <a:lstStyle/>
        <a:p>
          <a:endParaRPr lang="en-US"/>
        </a:p>
      </dgm:t>
    </dgm:pt>
    <dgm:pt modelId="{4A93F337-3166-48FE-BB28-DEA9FEE564DC}" type="sibTrans" cxnId="{A260C031-095F-48DD-8661-8C00B79FFC09}">
      <dgm:prSet/>
      <dgm:spPr/>
      <dgm:t>
        <a:bodyPr/>
        <a:lstStyle/>
        <a:p>
          <a:pPr>
            <a:lnSpc>
              <a:spcPct val="100000"/>
            </a:lnSpc>
          </a:pPr>
          <a:endParaRPr lang="en-US"/>
        </a:p>
      </dgm:t>
    </dgm:pt>
    <dgm:pt modelId="{6F90947D-F4D6-4035-BF06-26106695A855}">
      <dgm:prSet custT="1"/>
      <dgm:spPr/>
      <dgm:t>
        <a:bodyPr/>
        <a:lstStyle/>
        <a:p>
          <a:pPr>
            <a:lnSpc>
              <a:spcPct val="100000"/>
            </a:lnSpc>
          </a:pPr>
          <a:r>
            <a:rPr lang="en-US" sz="2000" dirty="0"/>
            <a:t>Methodology </a:t>
          </a:r>
        </a:p>
      </dgm:t>
    </dgm:pt>
    <dgm:pt modelId="{38D0030E-1826-429B-AE7C-151D20E89506}" type="parTrans" cxnId="{6997A89F-4440-47A5-A1B6-FFD419F21664}">
      <dgm:prSet/>
      <dgm:spPr/>
      <dgm:t>
        <a:bodyPr/>
        <a:lstStyle/>
        <a:p>
          <a:endParaRPr lang="en-US"/>
        </a:p>
      </dgm:t>
    </dgm:pt>
    <dgm:pt modelId="{147DCD7F-6F95-43F2-A368-29A648956C85}" type="sibTrans" cxnId="{6997A89F-4440-47A5-A1B6-FFD419F21664}">
      <dgm:prSet/>
      <dgm:spPr/>
      <dgm:t>
        <a:bodyPr/>
        <a:lstStyle/>
        <a:p>
          <a:pPr>
            <a:lnSpc>
              <a:spcPct val="100000"/>
            </a:lnSpc>
          </a:pPr>
          <a:endParaRPr lang="en-US"/>
        </a:p>
      </dgm:t>
    </dgm:pt>
    <dgm:pt modelId="{AD1B4BC2-AFF5-42AC-B6A5-DA6019B6227C}">
      <dgm:prSet custT="1"/>
      <dgm:spPr/>
      <dgm:t>
        <a:bodyPr/>
        <a:lstStyle/>
        <a:p>
          <a:pPr>
            <a:lnSpc>
              <a:spcPct val="100000"/>
            </a:lnSpc>
          </a:pPr>
          <a:r>
            <a:rPr lang="en-US" sz="2000" dirty="0"/>
            <a:t>Result and Discussion</a:t>
          </a:r>
        </a:p>
      </dgm:t>
    </dgm:pt>
    <dgm:pt modelId="{6F172F97-8ACC-417B-802C-A034A450F0E6}" type="parTrans" cxnId="{625BF700-3014-46BE-8E6E-68FCD6A5CBB1}">
      <dgm:prSet/>
      <dgm:spPr/>
      <dgm:t>
        <a:bodyPr/>
        <a:lstStyle/>
        <a:p>
          <a:endParaRPr lang="en-US"/>
        </a:p>
      </dgm:t>
    </dgm:pt>
    <dgm:pt modelId="{02D6BEBB-DC37-48B2-AAD2-DFB73FD944D4}" type="sibTrans" cxnId="{625BF700-3014-46BE-8E6E-68FCD6A5CBB1}">
      <dgm:prSet/>
      <dgm:spPr/>
      <dgm:t>
        <a:bodyPr/>
        <a:lstStyle/>
        <a:p>
          <a:pPr>
            <a:lnSpc>
              <a:spcPct val="100000"/>
            </a:lnSpc>
          </a:pPr>
          <a:endParaRPr lang="en-US"/>
        </a:p>
      </dgm:t>
    </dgm:pt>
    <dgm:pt modelId="{0001EB46-023A-47AD-BB6E-AA6D8D6DF964}">
      <dgm:prSet custT="1"/>
      <dgm:spPr/>
      <dgm:t>
        <a:bodyPr/>
        <a:lstStyle/>
        <a:p>
          <a:pPr>
            <a:lnSpc>
              <a:spcPct val="100000"/>
            </a:lnSpc>
          </a:pPr>
          <a:r>
            <a:rPr lang="en-US" sz="2000" dirty="0"/>
            <a:t>Conclusion</a:t>
          </a:r>
        </a:p>
      </dgm:t>
    </dgm:pt>
    <dgm:pt modelId="{980850DF-00E6-40A7-A42A-6A274C3B8C69}" type="parTrans" cxnId="{2CA952DC-22D2-4E22-BB5A-9B4BA61B7157}">
      <dgm:prSet/>
      <dgm:spPr/>
      <dgm:t>
        <a:bodyPr/>
        <a:lstStyle/>
        <a:p>
          <a:endParaRPr lang="en-US"/>
        </a:p>
      </dgm:t>
    </dgm:pt>
    <dgm:pt modelId="{EC8D7C71-2939-4BB1-9326-94B206F0F0C8}" type="sibTrans" cxnId="{2CA952DC-22D2-4E22-BB5A-9B4BA61B7157}">
      <dgm:prSet/>
      <dgm:spPr/>
      <dgm:t>
        <a:bodyPr/>
        <a:lstStyle/>
        <a:p>
          <a:pPr>
            <a:lnSpc>
              <a:spcPct val="100000"/>
            </a:lnSpc>
          </a:pPr>
          <a:endParaRPr lang="en-US"/>
        </a:p>
      </dgm:t>
    </dgm:pt>
    <dgm:pt modelId="{E38C3752-C9EB-4B22-81AD-750DE100A3DE}">
      <dgm:prSet custT="1"/>
      <dgm:spPr/>
      <dgm:t>
        <a:bodyPr/>
        <a:lstStyle/>
        <a:p>
          <a:pPr>
            <a:lnSpc>
              <a:spcPct val="100000"/>
            </a:lnSpc>
          </a:pPr>
          <a:r>
            <a:rPr lang="en-US" sz="2000" dirty="0"/>
            <a:t>References</a:t>
          </a:r>
        </a:p>
      </dgm:t>
    </dgm:pt>
    <dgm:pt modelId="{104F8279-4497-4A6E-A609-57596F898103}" type="parTrans" cxnId="{DF739A8D-3AED-41DD-B084-A4BF6375D599}">
      <dgm:prSet/>
      <dgm:spPr/>
      <dgm:t>
        <a:bodyPr/>
        <a:lstStyle/>
        <a:p>
          <a:endParaRPr lang="en-US"/>
        </a:p>
      </dgm:t>
    </dgm:pt>
    <dgm:pt modelId="{AE691FEE-C033-464C-90B8-1D45FCB786BB}" type="sibTrans" cxnId="{DF739A8D-3AED-41DD-B084-A4BF6375D599}">
      <dgm:prSet/>
      <dgm:spPr/>
      <dgm:t>
        <a:bodyPr/>
        <a:lstStyle/>
        <a:p>
          <a:endParaRPr lang="en-US"/>
        </a:p>
      </dgm:t>
    </dgm:pt>
    <dgm:pt modelId="{79F5C2C2-5325-4505-82D9-511DF3E749D5}" type="pres">
      <dgm:prSet presAssocID="{84F1AAA0-98D8-4BC2-A3B0-55195F58DB38}" presName="root" presStyleCnt="0">
        <dgm:presLayoutVars>
          <dgm:dir/>
          <dgm:resizeHandles val="exact"/>
        </dgm:presLayoutVars>
      </dgm:prSet>
      <dgm:spPr/>
    </dgm:pt>
    <dgm:pt modelId="{D31E3F9A-D95E-4E95-84BA-6CA3F8CA0294}" type="pres">
      <dgm:prSet presAssocID="{C1CD5EE9-EDBD-484B-B3F1-2B672D61CCD8}" presName="compNode" presStyleCnt="0"/>
      <dgm:spPr/>
    </dgm:pt>
    <dgm:pt modelId="{96BCF6BC-8C43-44D9-B338-8D58472EA7F6}" type="pres">
      <dgm:prSet presAssocID="{C1CD5EE9-EDBD-484B-B3F1-2B672D61CCD8}" presName="bgRect" presStyleLbl="bgShp" presStyleIdx="0" presStyleCnt="5"/>
      <dgm:spPr/>
    </dgm:pt>
    <dgm:pt modelId="{DD83AA66-3FF9-4D79-94BA-4A67C0B20ACF}" type="pres">
      <dgm:prSet presAssocID="{C1CD5EE9-EDBD-484B-B3F1-2B672D61CCD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DBA70C81-9B5D-4D91-ACB6-3D0D85E0FBBC}" type="pres">
      <dgm:prSet presAssocID="{C1CD5EE9-EDBD-484B-B3F1-2B672D61CCD8}" presName="spaceRect" presStyleCnt="0"/>
      <dgm:spPr/>
    </dgm:pt>
    <dgm:pt modelId="{F63C2FF3-7EB9-476B-9CAD-A7DEC0A7E741}" type="pres">
      <dgm:prSet presAssocID="{C1CD5EE9-EDBD-484B-B3F1-2B672D61CCD8}" presName="parTx" presStyleLbl="revTx" presStyleIdx="0" presStyleCnt="5">
        <dgm:presLayoutVars>
          <dgm:chMax val="0"/>
          <dgm:chPref val="0"/>
        </dgm:presLayoutVars>
      </dgm:prSet>
      <dgm:spPr/>
    </dgm:pt>
    <dgm:pt modelId="{CFFDEE4B-BF52-44DC-9390-1C1B238A19F9}" type="pres">
      <dgm:prSet presAssocID="{4A93F337-3166-48FE-BB28-DEA9FEE564DC}" presName="sibTrans" presStyleCnt="0"/>
      <dgm:spPr/>
    </dgm:pt>
    <dgm:pt modelId="{7F6C1578-3455-425B-BA51-3361847FBD21}" type="pres">
      <dgm:prSet presAssocID="{6F90947D-F4D6-4035-BF06-26106695A855}" presName="compNode" presStyleCnt="0"/>
      <dgm:spPr/>
    </dgm:pt>
    <dgm:pt modelId="{1DB5B8C6-801C-4014-AEF6-38ADBF4898E6}" type="pres">
      <dgm:prSet presAssocID="{6F90947D-F4D6-4035-BF06-26106695A855}" presName="bgRect" presStyleLbl="bgShp" presStyleIdx="1" presStyleCnt="5"/>
      <dgm:spPr/>
    </dgm:pt>
    <dgm:pt modelId="{D4633DF2-91C2-46DA-9387-0AB92A444EFB}" type="pres">
      <dgm:prSet presAssocID="{6F90947D-F4D6-4035-BF06-26106695A85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C43B1089-1FE0-4C82-8454-D8B6416D7026}" type="pres">
      <dgm:prSet presAssocID="{6F90947D-F4D6-4035-BF06-26106695A855}" presName="spaceRect" presStyleCnt="0"/>
      <dgm:spPr/>
    </dgm:pt>
    <dgm:pt modelId="{BC187747-0878-4A0A-A8DA-665686C1D1B2}" type="pres">
      <dgm:prSet presAssocID="{6F90947D-F4D6-4035-BF06-26106695A855}" presName="parTx" presStyleLbl="revTx" presStyleIdx="1" presStyleCnt="5">
        <dgm:presLayoutVars>
          <dgm:chMax val="0"/>
          <dgm:chPref val="0"/>
        </dgm:presLayoutVars>
      </dgm:prSet>
      <dgm:spPr/>
    </dgm:pt>
    <dgm:pt modelId="{A5515A49-8F4F-4738-BE58-5DAF5C99134E}" type="pres">
      <dgm:prSet presAssocID="{147DCD7F-6F95-43F2-A368-29A648956C85}" presName="sibTrans" presStyleCnt="0"/>
      <dgm:spPr/>
    </dgm:pt>
    <dgm:pt modelId="{0B48A219-52D8-4BC0-AC19-733015472063}" type="pres">
      <dgm:prSet presAssocID="{AD1B4BC2-AFF5-42AC-B6A5-DA6019B6227C}" presName="compNode" presStyleCnt="0"/>
      <dgm:spPr/>
    </dgm:pt>
    <dgm:pt modelId="{E9772EE2-7FC5-4CBF-8729-31BFD1A861E3}" type="pres">
      <dgm:prSet presAssocID="{AD1B4BC2-AFF5-42AC-B6A5-DA6019B6227C}" presName="bgRect" presStyleLbl="bgShp" presStyleIdx="2" presStyleCnt="5"/>
      <dgm:spPr/>
    </dgm:pt>
    <dgm:pt modelId="{76393E9F-7100-4948-A0A6-DF1D25CF3F52}" type="pres">
      <dgm:prSet presAssocID="{AD1B4BC2-AFF5-42AC-B6A5-DA6019B6227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EDFE7C8D-D7DA-4D73-8C6C-0B6AEC7E79BC}" type="pres">
      <dgm:prSet presAssocID="{AD1B4BC2-AFF5-42AC-B6A5-DA6019B6227C}" presName="spaceRect" presStyleCnt="0"/>
      <dgm:spPr/>
    </dgm:pt>
    <dgm:pt modelId="{0F27DDB2-8052-45DE-A237-6E0ED52BFEB9}" type="pres">
      <dgm:prSet presAssocID="{AD1B4BC2-AFF5-42AC-B6A5-DA6019B6227C}" presName="parTx" presStyleLbl="revTx" presStyleIdx="2" presStyleCnt="5">
        <dgm:presLayoutVars>
          <dgm:chMax val="0"/>
          <dgm:chPref val="0"/>
        </dgm:presLayoutVars>
      </dgm:prSet>
      <dgm:spPr/>
    </dgm:pt>
    <dgm:pt modelId="{4D03B755-ABFD-4C31-99A5-A09FA79A568F}" type="pres">
      <dgm:prSet presAssocID="{02D6BEBB-DC37-48B2-AAD2-DFB73FD944D4}" presName="sibTrans" presStyleCnt="0"/>
      <dgm:spPr/>
    </dgm:pt>
    <dgm:pt modelId="{C8E8787E-F4F9-483F-9616-EDF56AB41439}" type="pres">
      <dgm:prSet presAssocID="{0001EB46-023A-47AD-BB6E-AA6D8D6DF964}" presName="compNode" presStyleCnt="0"/>
      <dgm:spPr/>
    </dgm:pt>
    <dgm:pt modelId="{83A06D65-E54E-4322-AB18-699164D8FE2E}" type="pres">
      <dgm:prSet presAssocID="{0001EB46-023A-47AD-BB6E-AA6D8D6DF964}" presName="bgRect" presStyleLbl="bgShp" presStyleIdx="3" presStyleCnt="5" custLinFactNeighborX="-6398" custLinFactNeighborY="12738"/>
      <dgm:spPr/>
    </dgm:pt>
    <dgm:pt modelId="{A527AE66-8105-4EDB-AD13-0528B0712AE9}" type="pres">
      <dgm:prSet presAssocID="{0001EB46-023A-47AD-BB6E-AA6D8D6DF96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vel"/>
        </a:ext>
      </dgm:extLst>
    </dgm:pt>
    <dgm:pt modelId="{A0113D44-0F74-4DA4-B8B9-AB75979DF764}" type="pres">
      <dgm:prSet presAssocID="{0001EB46-023A-47AD-BB6E-AA6D8D6DF964}" presName="spaceRect" presStyleCnt="0"/>
      <dgm:spPr/>
    </dgm:pt>
    <dgm:pt modelId="{CAACB851-BCEB-4143-B8D4-3E86830150A9}" type="pres">
      <dgm:prSet presAssocID="{0001EB46-023A-47AD-BB6E-AA6D8D6DF964}" presName="parTx" presStyleLbl="revTx" presStyleIdx="3" presStyleCnt="5" custScaleX="101053">
        <dgm:presLayoutVars>
          <dgm:chMax val="0"/>
          <dgm:chPref val="0"/>
        </dgm:presLayoutVars>
      </dgm:prSet>
      <dgm:spPr/>
    </dgm:pt>
    <dgm:pt modelId="{B832D0EB-3102-40DE-A835-CEBFFF19F679}" type="pres">
      <dgm:prSet presAssocID="{EC8D7C71-2939-4BB1-9326-94B206F0F0C8}" presName="sibTrans" presStyleCnt="0"/>
      <dgm:spPr/>
    </dgm:pt>
    <dgm:pt modelId="{D905073C-9380-48CE-8079-A0CBED6B2E08}" type="pres">
      <dgm:prSet presAssocID="{E38C3752-C9EB-4B22-81AD-750DE100A3DE}" presName="compNode" presStyleCnt="0"/>
      <dgm:spPr/>
    </dgm:pt>
    <dgm:pt modelId="{14C69781-51A6-4A24-9246-A2485A08A6CC}" type="pres">
      <dgm:prSet presAssocID="{E38C3752-C9EB-4B22-81AD-750DE100A3DE}" presName="bgRect" presStyleLbl="bgShp" presStyleIdx="4" presStyleCnt="5"/>
      <dgm:spPr/>
    </dgm:pt>
    <dgm:pt modelId="{F194D109-8FCD-498A-84E6-FFE7CDE4F177}" type="pres">
      <dgm:prSet presAssocID="{E38C3752-C9EB-4B22-81AD-750DE100A3D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ooks"/>
        </a:ext>
      </dgm:extLst>
    </dgm:pt>
    <dgm:pt modelId="{8FB4F154-D663-404F-8F84-25819AFDE69E}" type="pres">
      <dgm:prSet presAssocID="{E38C3752-C9EB-4B22-81AD-750DE100A3DE}" presName="spaceRect" presStyleCnt="0"/>
      <dgm:spPr/>
    </dgm:pt>
    <dgm:pt modelId="{8DCBEC2E-5B78-42F7-ADFF-5513CCC5CBA2}" type="pres">
      <dgm:prSet presAssocID="{E38C3752-C9EB-4B22-81AD-750DE100A3DE}" presName="parTx" presStyleLbl="revTx" presStyleIdx="4" presStyleCnt="5">
        <dgm:presLayoutVars>
          <dgm:chMax val="0"/>
          <dgm:chPref val="0"/>
        </dgm:presLayoutVars>
      </dgm:prSet>
      <dgm:spPr/>
    </dgm:pt>
  </dgm:ptLst>
  <dgm:cxnLst>
    <dgm:cxn modelId="{625BF700-3014-46BE-8E6E-68FCD6A5CBB1}" srcId="{84F1AAA0-98D8-4BC2-A3B0-55195F58DB38}" destId="{AD1B4BC2-AFF5-42AC-B6A5-DA6019B6227C}" srcOrd="2" destOrd="0" parTransId="{6F172F97-8ACC-417B-802C-A034A450F0E6}" sibTransId="{02D6BEBB-DC37-48B2-AAD2-DFB73FD944D4}"/>
    <dgm:cxn modelId="{23B5D907-3738-48D3-BBB9-760C4C7BD39B}" type="presOf" srcId="{AD1B4BC2-AFF5-42AC-B6A5-DA6019B6227C}" destId="{0F27DDB2-8052-45DE-A237-6E0ED52BFEB9}" srcOrd="0" destOrd="0" presId="urn:microsoft.com/office/officeart/2018/2/layout/IconVerticalSolidList"/>
    <dgm:cxn modelId="{A260C031-095F-48DD-8661-8C00B79FFC09}" srcId="{84F1AAA0-98D8-4BC2-A3B0-55195F58DB38}" destId="{C1CD5EE9-EDBD-484B-B3F1-2B672D61CCD8}" srcOrd="0" destOrd="0" parTransId="{3DC312E4-F695-4F97-9DC3-2F0597E25F38}" sibTransId="{4A93F337-3166-48FE-BB28-DEA9FEE564DC}"/>
    <dgm:cxn modelId="{1A392F46-3EB6-4748-A690-C5A8C443FAF4}" type="presOf" srcId="{E38C3752-C9EB-4B22-81AD-750DE100A3DE}" destId="{8DCBEC2E-5B78-42F7-ADFF-5513CCC5CBA2}" srcOrd="0" destOrd="0" presId="urn:microsoft.com/office/officeart/2018/2/layout/IconVerticalSolidList"/>
    <dgm:cxn modelId="{86836D4B-7154-404A-9FED-C41D0AE28265}" type="presOf" srcId="{6F90947D-F4D6-4035-BF06-26106695A855}" destId="{BC187747-0878-4A0A-A8DA-665686C1D1B2}" srcOrd="0" destOrd="0" presId="urn:microsoft.com/office/officeart/2018/2/layout/IconVerticalSolidList"/>
    <dgm:cxn modelId="{0B2E7778-59AC-4D2A-9926-F7C3FE2B9150}" type="presOf" srcId="{0001EB46-023A-47AD-BB6E-AA6D8D6DF964}" destId="{CAACB851-BCEB-4143-B8D4-3E86830150A9}" srcOrd="0" destOrd="0" presId="urn:microsoft.com/office/officeart/2018/2/layout/IconVerticalSolidList"/>
    <dgm:cxn modelId="{40CCFF83-1E2A-433B-ADEB-FBBA5CD917FD}" type="presOf" srcId="{C1CD5EE9-EDBD-484B-B3F1-2B672D61CCD8}" destId="{F63C2FF3-7EB9-476B-9CAD-A7DEC0A7E741}" srcOrd="0" destOrd="0" presId="urn:microsoft.com/office/officeart/2018/2/layout/IconVerticalSolidList"/>
    <dgm:cxn modelId="{DF739A8D-3AED-41DD-B084-A4BF6375D599}" srcId="{84F1AAA0-98D8-4BC2-A3B0-55195F58DB38}" destId="{E38C3752-C9EB-4B22-81AD-750DE100A3DE}" srcOrd="4" destOrd="0" parTransId="{104F8279-4497-4A6E-A609-57596F898103}" sibTransId="{AE691FEE-C033-464C-90B8-1D45FCB786BB}"/>
    <dgm:cxn modelId="{FAD0E98D-DB94-498D-AF1D-FF9E5D23E33E}" type="presOf" srcId="{84F1AAA0-98D8-4BC2-A3B0-55195F58DB38}" destId="{79F5C2C2-5325-4505-82D9-511DF3E749D5}" srcOrd="0" destOrd="0" presId="urn:microsoft.com/office/officeart/2018/2/layout/IconVerticalSolidList"/>
    <dgm:cxn modelId="{6997A89F-4440-47A5-A1B6-FFD419F21664}" srcId="{84F1AAA0-98D8-4BC2-A3B0-55195F58DB38}" destId="{6F90947D-F4D6-4035-BF06-26106695A855}" srcOrd="1" destOrd="0" parTransId="{38D0030E-1826-429B-AE7C-151D20E89506}" sibTransId="{147DCD7F-6F95-43F2-A368-29A648956C85}"/>
    <dgm:cxn modelId="{2CA952DC-22D2-4E22-BB5A-9B4BA61B7157}" srcId="{84F1AAA0-98D8-4BC2-A3B0-55195F58DB38}" destId="{0001EB46-023A-47AD-BB6E-AA6D8D6DF964}" srcOrd="3" destOrd="0" parTransId="{980850DF-00E6-40A7-A42A-6A274C3B8C69}" sibTransId="{EC8D7C71-2939-4BB1-9326-94B206F0F0C8}"/>
    <dgm:cxn modelId="{C85D9812-5722-43D2-B66F-976EA470C219}" type="presParOf" srcId="{79F5C2C2-5325-4505-82D9-511DF3E749D5}" destId="{D31E3F9A-D95E-4E95-84BA-6CA3F8CA0294}" srcOrd="0" destOrd="0" presId="urn:microsoft.com/office/officeart/2018/2/layout/IconVerticalSolidList"/>
    <dgm:cxn modelId="{94D64DE5-9F20-425F-8AF1-ED33AC984233}" type="presParOf" srcId="{D31E3F9A-D95E-4E95-84BA-6CA3F8CA0294}" destId="{96BCF6BC-8C43-44D9-B338-8D58472EA7F6}" srcOrd="0" destOrd="0" presId="urn:microsoft.com/office/officeart/2018/2/layout/IconVerticalSolidList"/>
    <dgm:cxn modelId="{90E67C8C-48E7-45D8-A9EB-0768705F4D7B}" type="presParOf" srcId="{D31E3F9A-D95E-4E95-84BA-6CA3F8CA0294}" destId="{DD83AA66-3FF9-4D79-94BA-4A67C0B20ACF}" srcOrd="1" destOrd="0" presId="urn:microsoft.com/office/officeart/2018/2/layout/IconVerticalSolidList"/>
    <dgm:cxn modelId="{86B3752A-48C7-4D52-B62D-52A500D50BDF}" type="presParOf" srcId="{D31E3F9A-D95E-4E95-84BA-6CA3F8CA0294}" destId="{DBA70C81-9B5D-4D91-ACB6-3D0D85E0FBBC}" srcOrd="2" destOrd="0" presId="urn:microsoft.com/office/officeart/2018/2/layout/IconVerticalSolidList"/>
    <dgm:cxn modelId="{24AB7C6A-E9E2-43B8-A795-C436350AB76C}" type="presParOf" srcId="{D31E3F9A-D95E-4E95-84BA-6CA3F8CA0294}" destId="{F63C2FF3-7EB9-476B-9CAD-A7DEC0A7E741}" srcOrd="3" destOrd="0" presId="urn:microsoft.com/office/officeart/2018/2/layout/IconVerticalSolidList"/>
    <dgm:cxn modelId="{352BAEF7-FFEA-4961-B451-6B62FB90C8D4}" type="presParOf" srcId="{79F5C2C2-5325-4505-82D9-511DF3E749D5}" destId="{CFFDEE4B-BF52-44DC-9390-1C1B238A19F9}" srcOrd="1" destOrd="0" presId="urn:microsoft.com/office/officeart/2018/2/layout/IconVerticalSolidList"/>
    <dgm:cxn modelId="{D08CD790-EC3E-4EA6-9AA9-170B95D4DC22}" type="presParOf" srcId="{79F5C2C2-5325-4505-82D9-511DF3E749D5}" destId="{7F6C1578-3455-425B-BA51-3361847FBD21}" srcOrd="2" destOrd="0" presId="urn:microsoft.com/office/officeart/2018/2/layout/IconVerticalSolidList"/>
    <dgm:cxn modelId="{247C19DC-540B-44E9-ADC9-74E582CE66F0}" type="presParOf" srcId="{7F6C1578-3455-425B-BA51-3361847FBD21}" destId="{1DB5B8C6-801C-4014-AEF6-38ADBF4898E6}" srcOrd="0" destOrd="0" presId="urn:microsoft.com/office/officeart/2018/2/layout/IconVerticalSolidList"/>
    <dgm:cxn modelId="{86FF2019-AD17-4D1A-B116-9B7F4E581E4A}" type="presParOf" srcId="{7F6C1578-3455-425B-BA51-3361847FBD21}" destId="{D4633DF2-91C2-46DA-9387-0AB92A444EFB}" srcOrd="1" destOrd="0" presId="urn:microsoft.com/office/officeart/2018/2/layout/IconVerticalSolidList"/>
    <dgm:cxn modelId="{729BB303-D513-4B49-B99B-4839E4EB2C3F}" type="presParOf" srcId="{7F6C1578-3455-425B-BA51-3361847FBD21}" destId="{C43B1089-1FE0-4C82-8454-D8B6416D7026}" srcOrd="2" destOrd="0" presId="urn:microsoft.com/office/officeart/2018/2/layout/IconVerticalSolidList"/>
    <dgm:cxn modelId="{D219084F-55A8-42E9-AA42-965CCAF4A6DC}" type="presParOf" srcId="{7F6C1578-3455-425B-BA51-3361847FBD21}" destId="{BC187747-0878-4A0A-A8DA-665686C1D1B2}" srcOrd="3" destOrd="0" presId="urn:microsoft.com/office/officeart/2018/2/layout/IconVerticalSolidList"/>
    <dgm:cxn modelId="{5DDD7A98-823E-47C2-9848-9280F16A06DC}" type="presParOf" srcId="{79F5C2C2-5325-4505-82D9-511DF3E749D5}" destId="{A5515A49-8F4F-4738-BE58-5DAF5C99134E}" srcOrd="3" destOrd="0" presId="urn:microsoft.com/office/officeart/2018/2/layout/IconVerticalSolidList"/>
    <dgm:cxn modelId="{496C1A1E-4350-4D19-83B4-17AA412289D3}" type="presParOf" srcId="{79F5C2C2-5325-4505-82D9-511DF3E749D5}" destId="{0B48A219-52D8-4BC0-AC19-733015472063}" srcOrd="4" destOrd="0" presId="urn:microsoft.com/office/officeart/2018/2/layout/IconVerticalSolidList"/>
    <dgm:cxn modelId="{42A33ABA-1C60-4AAA-BEB1-713279D12CED}" type="presParOf" srcId="{0B48A219-52D8-4BC0-AC19-733015472063}" destId="{E9772EE2-7FC5-4CBF-8729-31BFD1A861E3}" srcOrd="0" destOrd="0" presId="urn:microsoft.com/office/officeart/2018/2/layout/IconVerticalSolidList"/>
    <dgm:cxn modelId="{4979DA38-0016-43D0-A554-BBC6EA1D2049}" type="presParOf" srcId="{0B48A219-52D8-4BC0-AC19-733015472063}" destId="{76393E9F-7100-4948-A0A6-DF1D25CF3F52}" srcOrd="1" destOrd="0" presId="urn:microsoft.com/office/officeart/2018/2/layout/IconVerticalSolidList"/>
    <dgm:cxn modelId="{722A6A0D-9C93-4FA9-A1C8-A36BFC2F2498}" type="presParOf" srcId="{0B48A219-52D8-4BC0-AC19-733015472063}" destId="{EDFE7C8D-D7DA-4D73-8C6C-0B6AEC7E79BC}" srcOrd="2" destOrd="0" presId="urn:microsoft.com/office/officeart/2018/2/layout/IconVerticalSolidList"/>
    <dgm:cxn modelId="{43CD88F0-7E54-43D5-B18A-70BA2D57FF54}" type="presParOf" srcId="{0B48A219-52D8-4BC0-AC19-733015472063}" destId="{0F27DDB2-8052-45DE-A237-6E0ED52BFEB9}" srcOrd="3" destOrd="0" presId="urn:microsoft.com/office/officeart/2018/2/layout/IconVerticalSolidList"/>
    <dgm:cxn modelId="{960222E2-089F-49AA-97CD-E2E5F175F17B}" type="presParOf" srcId="{79F5C2C2-5325-4505-82D9-511DF3E749D5}" destId="{4D03B755-ABFD-4C31-99A5-A09FA79A568F}" srcOrd="5" destOrd="0" presId="urn:microsoft.com/office/officeart/2018/2/layout/IconVerticalSolidList"/>
    <dgm:cxn modelId="{59F91108-23B0-4B62-AC67-3F5F2C26F61F}" type="presParOf" srcId="{79F5C2C2-5325-4505-82D9-511DF3E749D5}" destId="{C8E8787E-F4F9-483F-9616-EDF56AB41439}" srcOrd="6" destOrd="0" presId="urn:microsoft.com/office/officeart/2018/2/layout/IconVerticalSolidList"/>
    <dgm:cxn modelId="{D00671B7-B8C2-4F5C-81DD-2C1FA6372421}" type="presParOf" srcId="{C8E8787E-F4F9-483F-9616-EDF56AB41439}" destId="{83A06D65-E54E-4322-AB18-699164D8FE2E}" srcOrd="0" destOrd="0" presId="urn:microsoft.com/office/officeart/2018/2/layout/IconVerticalSolidList"/>
    <dgm:cxn modelId="{36BBCAAC-D13D-43F5-8F82-64114CBC0D92}" type="presParOf" srcId="{C8E8787E-F4F9-483F-9616-EDF56AB41439}" destId="{A527AE66-8105-4EDB-AD13-0528B0712AE9}" srcOrd="1" destOrd="0" presId="urn:microsoft.com/office/officeart/2018/2/layout/IconVerticalSolidList"/>
    <dgm:cxn modelId="{F1CBB100-02A1-4BE9-83FE-64B0C8ED7F1F}" type="presParOf" srcId="{C8E8787E-F4F9-483F-9616-EDF56AB41439}" destId="{A0113D44-0F74-4DA4-B8B9-AB75979DF764}" srcOrd="2" destOrd="0" presId="urn:microsoft.com/office/officeart/2018/2/layout/IconVerticalSolidList"/>
    <dgm:cxn modelId="{66B86B15-1822-46EB-A466-8B306764EF72}" type="presParOf" srcId="{C8E8787E-F4F9-483F-9616-EDF56AB41439}" destId="{CAACB851-BCEB-4143-B8D4-3E86830150A9}" srcOrd="3" destOrd="0" presId="urn:microsoft.com/office/officeart/2018/2/layout/IconVerticalSolidList"/>
    <dgm:cxn modelId="{AFE795F6-AD6B-4E21-B0F1-D5958D037380}" type="presParOf" srcId="{79F5C2C2-5325-4505-82D9-511DF3E749D5}" destId="{B832D0EB-3102-40DE-A835-CEBFFF19F679}" srcOrd="7" destOrd="0" presId="urn:microsoft.com/office/officeart/2018/2/layout/IconVerticalSolidList"/>
    <dgm:cxn modelId="{BF07FDCA-BA1C-4863-839D-3E56650759DA}" type="presParOf" srcId="{79F5C2C2-5325-4505-82D9-511DF3E749D5}" destId="{D905073C-9380-48CE-8079-A0CBED6B2E08}" srcOrd="8" destOrd="0" presId="urn:microsoft.com/office/officeart/2018/2/layout/IconVerticalSolidList"/>
    <dgm:cxn modelId="{42DCE9FD-DDB0-4D89-A64D-2EC161BE6ABA}" type="presParOf" srcId="{D905073C-9380-48CE-8079-A0CBED6B2E08}" destId="{14C69781-51A6-4A24-9246-A2485A08A6CC}" srcOrd="0" destOrd="0" presId="urn:microsoft.com/office/officeart/2018/2/layout/IconVerticalSolidList"/>
    <dgm:cxn modelId="{7FC8B333-ED33-432C-A971-6672AD1DA0A9}" type="presParOf" srcId="{D905073C-9380-48CE-8079-A0CBED6B2E08}" destId="{F194D109-8FCD-498A-84E6-FFE7CDE4F177}" srcOrd="1" destOrd="0" presId="urn:microsoft.com/office/officeart/2018/2/layout/IconVerticalSolidList"/>
    <dgm:cxn modelId="{A87EEA20-E29A-4F99-BBF9-7BF7D0FA871F}" type="presParOf" srcId="{D905073C-9380-48CE-8079-A0CBED6B2E08}" destId="{8FB4F154-D663-404F-8F84-25819AFDE69E}" srcOrd="2" destOrd="0" presId="urn:microsoft.com/office/officeart/2018/2/layout/IconVerticalSolidList"/>
    <dgm:cxn modelId="{05411997-B74E-45CD-B535-D1BD47511AA5}" type="presParOf" srcId="{D905073C-9380-48CE-8079-A0CBED6B2E08}" destId="{8DCBEC2E-5B78-42F7-ADFF-5513CCC5CBA2}" srcOrd="3" destOrd="0" presId="urn:microsoft.com/office/officeart/2018/2/layout/IconVerticalSolidList"/>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882849-EAAC-420E-BBDB-EE9D412CEC28}"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A112CC4A-C89D-4A05-828E-70C064584D1D}">
      <dgm:prSet/>
      <dgm:spPr/>
      <dgm:t>
        <a:bodyPr/>
        <a:lstStyle/>
        <a:p>
          <a:r>
            <a:rPr lang="en-US" dirty="0"/>
            <a:t>What is community detection ?</a:t>
          </a:r>
        </a:p>
      </dgm:t>
    </dgm:pt>
    <dgm:pt modelId="{AA3D9F32-F44D-4F69-96DA-06E7DD6C5540}" type="parTrans" cxnId="{5AB1723F-C0BF-488C-B0D2-BA1C8AD60F38}">
      <dgm:prSet/>
      <dgm:spPr/>
      <dgm:t>
        <a:bodyPr/>
        <a:lstStyle/>
        <a:p>
          <a:endParaRPr lang="en-US"/>
        </a:p>
      </dgm:t>
    </dgm:pt>
    <dgm:pt modelId="{AEB3A766-310A-44C1-A23D-02733B4534CF}" type="sibTrans" cxnId="{5AB1723F-C0BF-488C-B0D2-BA1C8AD60F38}">
      <dgm:prSet/>
      <dgm:spPr/>
      <dgm:t>
        <a:bodyPr/>
        <a:lstStyle/>
        <a:p>
          <a:endParaRPr lang="en-US"/>
        </a:p>
      </dgm:t>
    </dgm:pt>
    <dgm:pt modelId="{C845340C-0DD8-4176-BD94-19E9C0493C25}">
      <dgm:prSet/>
      <dgm:spPr/>
      <dgm:t>
        <a:bodyPr/>
        <a:lstStyle/>
        <a:p>
          <a:r>
            <a:rPr lang="en-US" dirty="0"/>
            <a:t>What is the importance of community ?</a:t>
          </a:r>
        </a:p>
      </dgm:t>
    </dgm:pt>
    <dgm:pt modelId="{CFA44A81-6159-43B6-95CB-D3BF40755B7F}" type="parTrans" cxnId="{84B3B139-EF6D-49AC-A4F7-F144DCF93A4C}">
      <dgm:prSet/>
      <dgm:spPr/>
      <dgm:t>
        <a:bodyPr/>
        <a:lstStyle/>
        <a:p>
          <a:endParaRPr lang="en-US"/>
        </a:p>
      </dgm:t>
    </dgm:pt>
    <dgm:pt modelId="{1F635631-86BF-4C58-B9D2-A5034D6B0249}" type="sibTrans" cxnId="{84B3B139-EF6D-49AC-A4F7-F144DCF93A4C}">
      <dgm:prSet/>
      <dgm:spPr/>
      <dgm:t>
        <a:bodyPr/>
        <a:lstStyle/>
        <a:p>
          <a:endParaRPr lang="en-US"/>
        </a:p>
      </dgm:t>
    </dgm:pt>
    <dgm:pt modelId="{25201835-F1AC-4134-8DC5-DCCB3E9353FB}">
      <dgm:prSet/>
      <dgm:spPr/>
      <dgm:t>
        <a:bodyPr/>
        <a:lstStyle/>
        <a:p>
          <a:r>
            <a:rPr lang="en-US" dirty="0"/>
            <a:t>Problem statement </a:t>
          </a:r>
        </a:p>
      </dgm:t>
    </dgm:pt>
    <dgm:pt modelId="{E1E22C01-B3E8-4977-8488-35AD4FA5CC43}" type="parTrans" cxnId="{BC59F0BA-F1CA-4568-B66F-C291C2D0EB61}">
      <dgm:prSet/>
      <dgm:spPr/>
      <dgm:t>
        <a:bodyPr/>
        <a:lstStyle/>
        <a:p>
          <a:endParaRPr lang="en-US"/>
        </a:p>
      </dgm:t>
    </dgm:pt>
    <dgm:pt modelId="{2868C072-7EC2-4368-AC07-5768863E0A3E}" type="sibTrans" cxnId="{BC59F0BA-F1CA-4568-B66F-C291C2D0EB61}">
      <dgm:prSet/>
      <dgm:spPr/>
      <dgm:t>
        <a:bodyPr/>
        <a:lstStyle/>
        <a:p>
          <a:endParaRPr lang="en-US"/>
        </a:p>
      </dgm:t>
    </dgm:pt>
    <dgm:pt modelId="{DA9A9CED-6DDF-4AB0-A96B-E8FDFF7FA3F8}">
      <dgm:prSet/>
      <dgm:spPr/>
      <dgm:t>
        <a:bodyPr/>
        <a:lstStyle/>
        <a:p>
          <a:r>
            <a:rPr lang="en-US"/>
            <a:t>Aim and objective</a:t>
          </a:r>
        </a:p>
      </dgm:t>
    </dgm:pt>
    <dgm:pt modelId="{3E47D440-3D45-4B73-956A-5F4B93AC5195}" type="parTrans" cxnId="{6A6CEA13-D46E-493B-8B72-AE010590794E}">
      <dgm:prSet/>
      <dgm:spPr/>
      <dgm:t>
        <a:bodyPr/>
        <a:lstStyle/>
        <a:p>
          <a:endParaRPr lang="en-US"/>
        </a:p>
      </dgm:t>
    </dgm:pt>
    <dgm:pt modelId="{3B0D63DA-DB00-40FD-B119-E346600C15FD}" type="sibTrans" cxnId="{6A6CEA13-D46E-493B-8B72-AE010590794E}">
      <dgm:prSet/>
      <dgm:spPr/>
      <dgm:t>
        <a:bodyPr/>
        <a:lstStyle/>
        <a:p>
          <a:endParaRPr lang="en-US"/>
        </a:p>
      </dgm:t>
    </dgm:pt>
    <dgm:pt modelId="{4710CDCA-039A-4EC5-A20F-EC164C098DE9}">
      <dgm:prSet/>
      <dgm:spPr/>
      <dgm:t>
        <a:bodyPr/>
        <a:lstStyle/>
        <a:p>
          <a:r>
            <a:rPr lang="en-US"/>
            <a:t>Community </a:t>
          </a:r>
          <a:r>
            <a:rPr lang="en-US" dirty="0"/>
            <a:t>Detection application</a:t>
          </a:r>
        </a:p>
      </dgm:t>
    </dgm:pt>
    <dgm:pt modelId="{8B7CB4F5-44A0-453D-A3C0-125FE105CD84}" type="parTrans" cxnId="{063F880A-9071-4772-856D-8626198E7055}">
      <dgm:prSet/>
      <dgm:spPr/>
      <dgm:t>
        <a:bodyPr/>
        <a:lstStyle/>
        <a:p>
          <a:endParaRPr lang="en-ZA"/>
        </a:p>
      </dgm:t>
    </dgm:pt>
    <dgm:pt modelId="{C623B64B-7B80-4688-9BD2-CDDC20FE6135}" type="sibTrans" cxnId="{063F880A-9071-4772-856D-8626198E7055}">
      <dgm:prSet/>
      <dgm:spPr/>
      <dgm:t>
        <a:bodyPr/>
        <a:lstStyle/>
        <a:p>
          <a:endParaRPr lang="en-ZA"/>
        </a:p>
      </dgm:t>
    </dgm:pt>
    <dgm:pt modelId="{3CC73619-DA65-47A8-A1D4-415B1044B8C8}" type="pres">
      <dgm:prSet presAssocID="{5F882849-EAAC-420E-BBDB-EE9D412CEC28}" presName="vert0" presStyleCnt="0">
        <dgm:presLayoutVars>
          <dgm:dir/>
          <dgm:animOne val="branch"/>
          <dgm:animLvl val="lvl"/>
        </dgm:presLayoutVars>
      </dgm:prSet>
      <dgm:spPr/>
    </dgm:pt>
    <dgm:pt modelId="{49AEA575-E449-42BA-ABB8-7C836F7886EE}" type="pres">
      <dgm:prSet presAssocID="{A112CC4A-C89D-4A05-828E-70C064584D1D}" presName="thickLine" presStyleLbl="alignNode1" presStyleIdx="0" presStyleCnt="5"/>
      <dgm:spPr/>
    </dgm:pt>
    <dgm:pt modelId="{2CFEBB3E-05B4-4DD4-BDAD-54B73B2036A4}" type="pres">
      <dgm:prSet presAssocID="{A112CC4A-C89D-4A05-828E-70C064584D1D}" presName="horz1" presStyleCnt="0"/>
      <dgm:spPr/>
    </dgm:pt>
    <dgm:pt modelId="{58EE8362-59BF-4C03-8D6A-0C53977E59B2}" type="pres">
      <dgm:prSet presAssocID="{A112CC4A-C89D-4A05-828E-70C064584D1D}" presName="tx1" presStyleLbl="revTx" presStyleIdx="0" presStyleCnt="5"/>
      <dgm:spPr/>
    </dgm:pt>
    <dgm:pt modelId="{6D5ADCEA-7F5C-445F-BFBA-99EB2DD0E2AF}" type="pres">
      <dgm:prSet presAssocID="{A112CC4A-C89D-4A05-828E-70C064584D1D}" presName="vert1" presStyleCnt="0"/>
      <dgm:spPr/>
    </dgm:pt>
    <dgm:pt modelId="{6303D8F3-AF5D-4BA5-91AE-91C28193FD20}" type="pres">
      <dgm:prSet presAssocID="{C845340C-0DD8-4176-BD94-19E9C0493C25}" presName="thickLine" presStyleLbl="alignNode1" presStyleIdx="1" presStyleCnt="5"/>
      <dgm:spPr/>
    </dgm:pt>
    <dgm:pt modelId="{C25B1387-B89F-41D2-9897-C2F7F18E8F85}" type="pres">
      <dgm:prSet presAssocID="{C845340C-0DD8-4176-BD94-19E9C0493C25}" presName="horz1" presStyleCnt="0"/>
      <dgm:spPr/>
    </dgm:pt>
    <dgm:pt modelId="{874F8184-69CD-49C0-AD22-07D85F080494}" type="pres">
      <dgm:prSet presAssocID="{C845340C-0DD8-4176-BD94-19E9C0493C25}" presName="tx1" presStyleLbl="revTx" presStyleIdx="1" presStyleCnt="5" custScaleY="125722"/>
      <dgm:spPr/>
    </dgm:pt>
    <dgm:pt modelId="{61A1A4A2-B866-4E0E-A4F2-8B10BE91C349}" type="pres">
      <dgm:prSet presAssocID="{C845340C-0DD8-4176-BD94-19E9C0493C25}" presName="vert1" presStyleCnt="0"/>
      <dgm:spPr/>
    </dgm:pt>
    <dgm:pt modelId="{3340B4DE-2021-4D42-986A-0F0E776A8B1D}" type="pres">
      <dgm:prSet presAssocID="{4710CDCA-039A-4EC5-A20F-EC164C098DE9}" presName="thickLine" presStyleLbl="alignNode1" presStyleIdx="2" presStyleCnt="5"/>
      <dgm:spPr/>
    </dgm:pt>
    <dgm:pt modelId="{D1838054-30D2-4914-9009-A3BADC8BB513}" type="pres">
      <dgm:prSet presAssocID="{4710CDCA-039A-4EC5-A20F-EC164C098DE9}" presName="horz1" presStyleCnt="0"/>
      <dgm:spPr/>
    </dgm:pt>
    <dgm:pt modelId="{D8CC52A0-FFBC-4C5B-B92A-72865C69FF23}" type="pres">
      <dgm:prSet presAssocID="{4710CDCA-039A-4EC5-A20F-EC164C098DE9}" presName="tx1" presStyleLbl="revTx" presStyleIdx="2" presStyleCnt="5"/>
      <dgm:spPr/>
    </dgm:pt>
    <dgm:pt modelId="{1BBA83F9-D5F9-42B3-846A-6716A73567D1}" type="pres">
      <dgm:prSet presAssocID="{4710CDCA-039A-4EC5-A20F-EC164C098DE9}" presName="vert1" presStyleCnt="0"/>
      <dgm:spPr/>
    </dgm:pt>
    <dgm:pt modelId="{55BD35A4-4E6B-4586-8FE3-CA10FB8D9F22}" type="pres">
      <dgm:prSet presAssocID="{25201835-F1AC-4134-8DC5-DCCB3E9353FB}" presName="thickLine" presStyleLbl="alignNode1" presStyleIdx="3" presStyleCnt="5"/>
      <dgm:spPr/>
    </dgm:pt>
    <dgm:pt modelId="{EA09FFEE-E91B-4D05-8A20-495A57B68AD8}" type="pres">
      <dgm:prSet presAssocID="{25201835-F1AC-4134-8DC5-DCCB3E9353FB}" presName="horz1" presStyleCnt="0"/>
      <dgm:spPr/>
    </dgm:pt>
    <dgm:pt modelId="{FF818F45-051A-48B8-BC89-3AA985D23537}" type="pres">
      <dgm:prSet presAssocID="{25201835-F1AC-4134-8DC5-DCCB3E9353FB}" presName="tx1" presStyleLbl="revTx" presStyleIdx="3" presStyleCnt="5"/>
      <dgm:spPr/>
    </dgm:pt>
    <dgm:pt modelId="{BA63DA2A-81E6-4EEC-B3B6-05FEB69DE116}" type="pres">
      <dgm:prSet presAssocID="{25201835-F1AC-4134-8DC5-DCCB3E9353FB}" presName="vert1" presStyleCnt="0"/>
      <dgm:spPr/>
    </dgm:pt>
    <dgm:pt modelId="{83588044-4B08-44B1-A6E4-8D606026AED3}" type="pres">
      <dgm:prSet presAssocID="{DA9A9CED-6DDF-4AB0-A96B-E8FDFF7FA3F8}" presName="thickLine" presStyleLbl="alignNode1" presStyleIdx="4" presStyleCnt="5"/>
      <dgm:spPr/>
    </dgm:pt>
    <dgm:pt modelId="{BA662DF2-16A8-4617-9F9D-02EF70790708}" type="pres">
      <dgm:prSet presAssocID="{DA9A9CED-6DDF-4AB0-A96B-E8FDFF7FA3F8}" presName="horz1" presStyleCnt="0"/>
      <dgm:spPr/>
    </dgm:pt>
    <dgm:pt modelId="{DF349CD9-9B6D-4221-AA7C-9011DC00DFAE}" type="pres">
      <dgm:prSet presAssocID="{DA9A9CED-6DDF-4AB0-A96B-E8FDFF7FA3F8}" presName="tx1" presStyleLbl="revTx" presStyleIdx="4" presStyleCnt="5"/>
      <dgm:spPr/>
    </dgm:pt>
    <dgm:pt modelId="{8E585976-5D9A-4280-AB80-5B9F6763EB8E}" type="pres">
      <dgm:prSet presAssocID="{DA9A9CED-6DDF-4AB0-A96B-E8FDFF7FA3F8}" presName="vert1" presStyleCnt="0"/>
      <dgm:spPr/>
    </dgm:pt>
  </dgm:ptLst>
  <dgm:cxnLst>
    <dgm:cxn modelId="{69BE1C09-C73F-4933-B12C-BD13340EB5EC}" type="presOf" srcId="{4710CDCA-039A-4EC5-A20F-EC164C098DE9}" destId="{D8CC52A0-FFBC-4C5B-B92A-72865C69FF23}" srcOrd="0" destOrd="0" presId="urn:microsoft.com/office/officeart/2008/layout/LinedList"/>
    <dgm:cxn modelId="{063F880A-9071-4772-856D-8626198E7055}" srcId="{5F882849-EAAC-420E-BBDB-EE9D412CEC28}" destId="{4710CDCA-039A-4EC5-A20F-EC164C098DE9}" srcOrd="2" destOrd="0" parTransId="{8B7CB4F5-44A0-453D-A3C0-125FE105CD84}" sibTransId="{C623B64B-7B80-4688-9BD2-CDDC20FE6135}"/>
    <dgm:cxn modelId="{7043500F-B849-4F4B-81D1-7DEE12154047}" type="presOf" srcId="{A112CC4A-C89D-4A05-828E-70C064584D1D}" destId="{58EE8362-59BF-4C03-8D6A-0C53977E59B2}" srcOrd="0" destOrd="0" presId="urn:microsoft.com/office/officeart/2008/layout/LinedList"/>
    <dgm:cxn modelId="{6A6CEA13-D46E-493B-8B72-AE010590794E}" srcId="{5F882849-EAAC-420E-BBDB-EE9D412CEC28}" destId="{DA9A9CED-6DDF-4AB0-A96B-E8FDFF7FA3F8}" srcOrd="4" destOrd="0" parTransId="{3E47D440-3D45-4B73-956A-5F4B93AC5195}" sibTransId="{3B0D63DA-DB00-40FD-B119-E346600C15FD}"/>
    <dgm:cxn modelId="{84B3B139-EF6D-49AC-A4F7-F144DCF93A4C}" srcId="{5F882849-EAAC-420E-BBDB-EE9D412CEC28}" destId="{C845340C-0DD8-4176-BD94-19E9C0493C25}" srcOrd="1" destOrd="0" parTransId="{CFA44A81-6159-43B6-95CB-D3BF40755B7F}" sibTransId="{1F635631-86BF-4C58-B9D2-A5034D6B0249}"/>
    <dgm:cxn modelId="{5AB1723F-C0BF-488C-B0D2-BA1C8AD60F38}" srcId="{5F882849-EAAC-420E-BBDB-EE9D412CEC28}" destId="{A112CC4A-C89D-4A05-828E-70C064584D1D}" srcOrd="0" destOrd="0" parTransId="{AA3D9F32-F44D-4F69-96DA-06E7DD6C5540}" sibTransId="{AEB3A766-310A-44C1-A23D-02733B4534CF}"/>
    <dgm:cxn modelId="{67BC9D60-0EA7-47D9-B8E9-0A236E3ADEAB}" type="presOf" srcId="{DA9A9CED-6DDF-4AB0-A96B-E8FDFF7FA3F8}" destId="{DF349CD9-9B6D-4221-AA7C-9011DC00DFAE}" srcOrd="0" destOrd="0" presId="urn:microsoft.com/office/officeart/2008/layout/LinedList"/>
    <dgm:cxn modelId="{96832C82-EF31-4C2E-97B0-F7A477767D40}" type="presOf" srcId="{5F882849-EAAC-420E-BBDB-EE9D412CEC28}" destId="{3CC73619-DA65-47A8-A1D4-415B1044B8C8}" srcOrd="0" destOrd="0" presId="urn:microsoft.com/office/officeart/2008/layout/LinedList"/>
    <dgm:cxn modelId="{BC59F0BA-F1CA-4568-B66F-C291C2D0EB61}" srcId="{5F882849-EAAC-420E-BBDB-EE9D412CEC28}" destId="{25201835-F1AC-4134-8DC5-DCCB3E9353FB}" srcOrd="3" destOrd="0" parTransId="{E1E22C01-B3E8-4977-8488-35AD4FA5CC43}" sibTransId="{2868C072-7EC2-4368-AC07-5768863E0A3E}"/>
    <dgm:cxn modelId="{F3711BC0-1FFE-482F-BDB3-B1E0E88150FE}" type="presOf" srcId="{C845340C-0DD8-4176-BD94-19E9C0493C25}" destId="{874F8184-69CD-49C0-AD22-07D85F080494}" srcOrd="0" destOrd="0" presId="urn:microsoft.com/office/officeart/2008/layout/LinedList"/>
    <dgm:cxn modelId="{A1C0B0C9-E594-438A-A026-ECCBD160BBC5}" type="presOf" srcId="{25201835-F1AC-4134-8DC5-DCCB3E9353FB}" destId="{FF818F45-051A-48B8-BC89-3AA985D23537}" srcOrd="0" destOrd="0" presId="urn:microsoft.com/office/officeart/2008/layout/LinedList"/>
    <dgm:cxn modelId="{47177367-887C-4CC5-9D5C-D0610F0A83CB}" type="presParOf" srcId="{3CC73619-DA65-47A8-A1D4-415B1044B8C8}" destId="{49AEA575-E449-42BA-ABB8-7C836F7886EE}" srcOrd="0" destOrd="0" presId="urn:microsoft.com/office/officeart/2008/layout/LinedList"/>
    <dgm:cxn modelId="{6D948678-AE35-4120-9FEF-B3987670C1D3}" type="presParOf" srcId="{3CC73619-DA65-47A8-A1D4-415B1044B8C8}" destId="{2CFEBB3E-05B4-4DD4-BDAD-54B73B2036A4}" srcOrd="1" destOrd="0" presId="urn:microsoft.com/office/officeart/2008/layout/LinedList"/>
    <dgm:cxn modelId="{174D7937-B713-4CD2-BBE0-E5579847FA5B}" type="presParOf" srcId="{2CFEBB3E-05B4-4DD4-BDAD-54B73B2036A4}" destId="{58EE8362-59BF-4C03-8D6A-0C53977E59B2}" srcOrd="0" destOrd="0" presId="urn:microsoft.com/office/officeart/2008/layout/LinedList"/>
    <dgm:cxn modelId="{D2D67773-993A-4D1F-AF52-1415A4749714}" type="presParOf" srcId="{2CFEBB3E-05B4-4DD4-BDAD-54B73B2036A4}" destId="{6D5ADCEA-7F5C-445F-BFBA-99EB2DD0E2AF}" srcOrd="1" destOrd="0" presId="urn:microsoft.com/office/officeart/2008/layout/LinedList"/>
    <dgm:cxn modelId="{71B2B4AA-179C-4BD5-9888-7E0D10CCC5CC}" type="presParOf" srcId="{3CC73619-DA65-47A8-A1D4-415B1044B8C8}" destId="{6303D8F3-AF5D-4BA5-91AE-91C28193FD20}" srcOrd="2" destOrd="0" presId="urn:microsoft.com/office/officeart/2008/layout/LinedList"/>
    <dgm:cxn modelId="{05ECDA23-2B92-4B1A-9059-2943F514D56C}" type="presParOf" srcId="{3CC73619-DA65-47A8-A1D4-415B1044B8C8}" destId="{C25B1387-B89F-41D2-9897-C2F7F18E8F85}" srcOrd="3" destOrd="0" presId="urn:microsoft.com/office/officeart/2008/layout/LinedList"/>
    <dgm:cxn modelId="{64EB0A5D-72BD-4820-9288-C27B1E822435}" type="presParOf" srcId="{C25B1387-B89F-41D2-9897-C2F7F18E8F85}" destId="{874F8184-69CD-49C0-AD22-07D85F080494}" srcOrd="0" destOrd="0" presId="urn:microsoft.com/office/officeart/2008/layout/LinedList"/>
    <dgm:cxn modelId="{15B8E7C9-D5FE-4D19-82D1-34C9DB5074C0}" type="presParOf" srcId="{C25B1387-B89F-41D2-9897-C2F7F18E8F85}" destId="{61A1A4A2-B866-4E0E-A4F2-8B10BE91C349}" srcOrd="1" destOrd="0" presId="urn:microsoft.com/office/officeart/2008/layout/LinedList"/>
    <dgm:cxn modelId="{7FDFA2BC-3A64-4FBB-ABB3-F5C90414B1F6}" type="presParOf" srcId="{3CC73619-DA65-47A8-A1D4-415B1044B8C8}" destId="{3340B4DE-2021-4D42-986A-0F0E776A8B1D}" srcOrd="4" destOrd="0" presId="urn:microsoft.com/office/officeart/2008/layout/LinedList"/>
    <dgm:cxn modelId="{FA07667E-7388-4A53-97F8-31280A9E25A2}" type="presParOf" srcId="{3CC73619-DA65-47A8-A1D4-415B1044B8C8}" destId="{D1838054-30D2-4914-9009-A3BADC8BB513}" srcOrd="5" destOrd="0" presId="urn:microsoft.com/office/officeart/2008/layout/LinedList"/>
    <dgm:cxn modelId="{9AC2700A-CE74-4CF1-8E3D-DA20966D58A6}" type="presParOf" srcId="{D1838054-30D2-4914-9009-A3BADC8BB513}" destId="{D8CC52A0-FFBC-4C5B-B92A-72865C69FF23}" srcOrd="0" destOrd="0" presId="urn:microsoft.com/office/officeart/2008/layout/LinedList"/>
    <dgm:cxn modelId="{637A75F6-5FDD-4BE0-B057-A31294544BB5}" type="presParOf" srcId="{D1838054-30D2-4914-9009-A3BADC8BB513}" destId="{1BBA83F9-D5F9-42B3-846A-6716A73567D1}" srcOrd="1" destOrd="0" presId="urn:microsoft.com/office/officeart/2008/layout/LinedList"/>
    <dgm:cxn modelId="{433E8F22-D2F1-4966-8110-87D6309639DD}" type="presParOf" srcId="{3CC73619-DA65-47A8-A1D4-415B1044B8C8}" destId="{55BD35A4-4E6B-4586-8FE3-CA10FB8D9F22}" srcOrd="6" destOrd="0" presId="urn:microsoft.com/office/officeart/2008/layout/LinedList"/>
    <dgm:cxn modelId="{033CFBA6-9EB2-40FF-B190-B3372E8B703E}" type="presParOf" srcId="{3CC73619-DA65-47A8-A1D4-415B1044B8C8}" destId="{EA09FFEE-E91B-4D05-8A20-495A57B68AD8}" srcOrd="7" destOrd="0" presId="urn:microsoft.com/office/officeart/2008/layout/LinedList"/>
    <dgm:cxn modelId="{49A3417C-6C13-490A-B89B-47EEA5E93B5D}" type="presParOf" srcId="{EA09FFEE-E91B-4D05-8A20-495A57B68AD8}" destId="{FF818F45-051A-48B8-BC89-3AA985D23537}" srcOrd="0" destOrd="0" presId="urn:microsoft.com/office/officeart/2008/layout/LinedList"/>
    <dgm:cxn modelId="{920E934F-08BE-4EE1-8199-C495E99FC910}" type="presParOf" srcId="{EA09FFEE-E91B-4D05-8A20-495A57B68AD8}" destId="{BA63DA2A-81E6-4EEC-B3B6-05FEB69DE116}" srcOrd="1" destOrd="0" presId="urn:microsoft.com/office/officeart/2008/layout/LinedList"/>
    <dgm:cxn modelId="{45C2FE11-135B-4558-92D6-7C3BB8FF1A22}" type="presParOf" srcId="{3CC73619-DA65-47A8-A1D4-415B1044B8C8}" destId="{83588044-4B08-44B1-A6E4-8D606026AED3}" srcOrd="8" destOrd="0" presId="urn:microsoft.com/office/officeart/2008/layout/LinedList"/>
    <dgm:cxn modelId="{699650E4-6F65-409D-98DD-2980E27FAB4C}" type="presParOf" srcId="{3CC73619-DA65-47A8-A1D4-415B1044B8C8}" destId="{BA662DF2-16A8-4617-9F9D-02EF70790708}" srcOrd="9" destOrd="0" presId="urn:microsoft.com/office/officeart/2008/layout/LinedList"/>
    <dgm:cxn modelId="{A35A986B-FCF8-4C9C-B1B3-8B2697D4394F}" type="presParOf" srcId="{BA662DF2-16A8-4617-9F9D-02EF70790708}" destId="{DF349CD9-9B6D-4221-AA7C-9011DC00DFAE}" srcOrd="0" destOrd="0" presId="urn:microsoft.com/office/officeart/2008/layout/LinedList"/>
    <dgm:cxn modelId="{425FEB66-E83D-4BF3-8B50-81E2BDF2FE6F}" type="presParOf" srcId="{BA662DF2-16A8-4617-9F9D-02EF70790708}" destId="{8E585976-5D9A-4280-AB80-5B9F6763EB8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8757AC-6BB9-4EAC-9791-EBE9568019C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4C51323-CF0A-46E6-A477-76C59E6F022F}">
      <dgm:prSet/>
      <dgm:spPr/>
      <dgm:t>
        <a:bodyPr/>
        <a:lstStyle/>
        <a:p>
          <a:r>
            <a:rPr lang="en-US"/>
            <a:t>Subset of nodes of  V such that the are more edges inside the community (real world network such as internet, social network , etc.)</a:t>
          </a:r>
        </a:p>
      </dgm:t>
    </dgm:pt>
    <dgm:pt modelId="{C60FD78F-169A-4B70-9388-F932466E6630}" type="parTrans" cxnId="{49F5E3AB-384D-43D1-B7C1-1A80CE49A491}">
      <dgm:prSet/>
      <dgm:spPr/>
      <dgm:t>
        <a:bodyPr/>
        <a:lstStyle/>
        <a:p>
          <a:endParaRPr lang="en-US"/>
        </a:p>
      </dgm:t>
    </dgm:pt>
    <dgm:pt modelId="{2255BFD4-557D-45BC-A79F-0CC856088FB7}" type="sibTrans" cxnId="{49F5E3AB-384D-43D1-B7C1-1A80CE49A491}">
      <dgm:prSet/>
      <dgm:spPr/>
      <dgm:t>
        <a:bodyPr/>
        <a:lstStyle/>
        <a:p>
          <a:endParaRPr lang="en-US"/>
        </a:p>
      </dgm:t>
    </dgm:pt>
    <dgm:pt modelId="{17B5E975-EBF8-4B53-9A1E-AC57730C0BE0}">
      <dgm:prSet/>
      <dgm:spPr/>
      <dgm:t>
        <a:bodyPr/>
        <a:lstStyle/>
        <a:p>
          <a:r>
            <a:rPr lang="en-US"/>
            <a:t>Are Entities which interact with one another in a mutual relationship which may have things in common or activities.</a:t>
          </a:r>
        </a:p>
      </dgm:t>
    </dgm:pt>
    <dgm:pt modelId="{7117D8F4-C627-48DF-A2DA-0E294E694F84}" type="parTrans" cxnId="{2ACFA716-1BEC-44DD-ABA8-D79CEE507AC5}">
      <dgm:prSet/>
      <dgm:spPr/>
      <dgm:t>
        <a:bodyPr/>
        <a:lstStyle/>
        <a:p>
          <a:endParaRPr lang="en-US"/>
        </a:p>
      </dgm:t>
    </dgm:pt>
    <dgm:pt modelId="{28A346F7-903C-47C1-B5D1-2B882FF02097}" type="sibTrans" cxnId="{2ACFA716-1BEC-44DD-ABA8-D79CEE507AC5}">
      <dgm:prSet/>
      <dgm:spPr/>
      <dgm:t>
        <a:bodyPr/>
        <a:lstStyle/>
        <a:p>
          <a:endParaRPr lang="en-US"/>
        </a:p>
      </dgm:t>
    </dgm:pt>
    <dgm:pt modelId="{2CA2080C-2F90-4F9F-98C6-D3FA5C2982E9}">
      <dgm:prSet/>
      <dgm:spPr/>
      <dgm:t>
        <a:bodyPr/>
        <a:lstStyle/>
        <a:p>
          <a:r>
            <a:rPr lang="en-US"/>
            <a:t>By Understanding these groups helps us see how people or things are connected and how they interact with one another.</a:t>
          </a:r>
        </a:p>
      </dgm:t>
    </dgm:pt>
    <dgm:pt modelId="{2A93261F-11B9-4BDF-A5B9-57CAAEDE2744}" type="parTrans" cxnId="{9B455DCF-BAC2-4BA9-B631-A32E7E160BA5}">
      <dgm:prSet/>
      <dgm:spPr/>
      <dgm:t>
        <a:bodyPr/>
        <a:lstStyle/>
        <a:p>
          <a:endParaRPr lang="en-US"/>
        </a:p>
      </dgm:t>
    </dgm:pt>
    <dgm:pt modelId="{CD6140EB-16C1-4179-8DF1-CBA59BC7E67C}" type="sibTrans" cxnId="{9B455DCF-BAC2-4BA9-B631-A32E7E160BA5}">
      <dgm:prSet/>
      <dgm:spPr/>
      <dgm:t>
        <a:bodyPr/>
        <a:lstStyle/>
        <a:p>
          <a:endParaRPr lang="en-US"/>
        </a:p>
      </dgm:t>
    </dgm:pt>
    <dgm:pt modelId="{E2FFACA7-A4B5-42BF-801F-8D888ED721E6}" type="pres">
      <dgm:prSet presAssocID="{988757AC-6BB9-4EAC-9791-EBE9568019CD}" presName="vert0" presStyleCnt="0">
        <dgm:presLayoutVars>
          <dgm:dir/>
          <dgm:animOne val="branch"/>
          <dgm:animLvl val="lvl"/>
        </dgm:presLayoutVars>
      </dgm:prSet>
      <dgm:spPr/>
    </dgm:pt>
    <dgm:pt modelId="{6F8872E3-4197-491C-B75F-C663B49540ED}" type="pres">
      <dgm:prSet presAssocID="{D4C51323-CF0A-46E6-A477-76C59E6F022F}" presName="thickLine" presStyleLbl="alignNode1" presStyleIdx="0" presStyleCnt="3"/>
      <dgm:spPr/>
    </dgm:pt>
    <dgm:pt modelId="{B283C128-7134-419C-B3CA-6EBE3B1FAC72}" type="pres">
      <dgm:prSet presAssocID="{D4C51323-CF0A-46E6-A477-76C59E6F022F}" presName="horz1" presStyleCnt="0"/>
      <dgm:spPr/>
    </dgm:pt>
    <dgm:pt modelId="{893D0DAD-44C8-44A3-AD1F-51EB9217E234}" type="pres">
      <dgm:prSet presAssocID="{D4C51323-CF0A-46E6-A477-76C59E6F022F}" presName="tx1" presStyleLbl="revTx" presStyleIdx="0" presStyleCnt="3"/>
      <dgm:spPr/>
    </dgm:pt>
    <dgm:pt modelId="{6349ECDE-D64C-4033-B39B-BBED77FE259A}" type="pres">
      <dgm:prSet presAssocID="{D4C51323-CF0A-46E6-A477-76C59E6F022F}" presName="vert1" presStyleCnt="0"/>
      <dgm:spPr/>
    </dgm:pt>
    <dgm:pt modelId="{3F42B0B1-8040-4452-AC6D-1852C2AD17B1}" type="pres">
      <dgm:prSet presAssocID="{17B5E975-EBF8-4B53-9A1E-AC57730C0BE0}" presName="thickLine" presStyleLbl="alignNode1" presStyleIdx="1" presStyleCnt="3"/>
      <dgm:spPr/>
    </dgm:pt>
    <dgm:pt modelId="{C15291B2-DEE6-49CB-BFBF-C8F9C72869D6}" type="pres">
      <dgm:prSet presAssocID="{17B5E975-EBF8-4B53-9A1E-AC57730C0BE0}" presName="horz1" presStyleCnt="0"/>
      <dgm:spPr/>
    </dgm:pt>
    <dgm:pt modelId="{423DD03E-151B-4235-9B5E-71692F20509B}" type="pres">
      <dgm:prSet presAssocID="{17B5E975-EBF8-4B53-9A1E-AC57730C0BE0}" presName="tx1" presStyleLbl="revTx" presStyleIdx="1" presStyleCnt="3"/>
      <dgm:spPr/>
    </dgm:pt>
    <dgm:pt modelId="{FB67A9DE-ADA8-498B-ACEF-4BF46173A4F1}" type="pres">
      <dgm:prSet presAssocID="{17B5E975-EBF8-4B53-9A1E-AC57730C0BE0}" presName="vert1" presStyleCnt="0"/>
      <dgm:spPr/>
    </dgm:pt>
    <dgm:pt modelId="{829460ED-848A-4548-843A-8E40BDF986A7}" type="pres">
      <dgm:prSet presAssocID="{2CA2080C-2F90-4F9F-98C6-D3FA5C2982E9}" presName="thickLine" presStyleLbl="alignNode1" presStyleIdx="2" presStyleCnt="3"/>
      <dgm:spPr/>
    </dgm:pt>
    <dgm:pt modelId="{192B7EA0-9BAB-48C7-B833-826F44F85473}" type="pres">
      <dgm:prSet presAssocID="{2CA2080C-2F90-4F9F-98C6-D3FA5C2982E9}" presName="horz1" presStyleCnt="0"/>
      <dgm:spPr/>
    </dgm:pt>
    <dgm:pt modelId="{08765563-13A3-42B7-8235-CBE62E756DCE}" type="pres">
      <dgm:prSet presAssocID="{2CA2080C-2F90-4F9F-98C6-D3FA5C2982E9}" presName="tx1" presStyleLbl="revTx" presStyleIdx="2" presStyleCnt="3"/>
      <dgm:spPr/>
    </dgm:pt>
    <dgm:pt modelId="{6D2527D4-1CC1-4EFB-B26A-68B8D4C0A99A}" type="pres">
      <dgm:prSet presAssocID="{2CA2080C-2F90-4F9F-98C6-D3FA5C2982E9}" presName="vert1" presStyleCnt="0"/>
      <dgm:spPr/>
    </dgm:pt>
  </dgm:ptLst>
  <dgm:cxnLst>
    <dgm:cxn modelId="{2ACFA716-1BEC-44DD-ABA8-D79CEE507AC5}" srcId="{988757AC-6BB9-4EAC-9791-EBE9568019CD}" destId="{17B5E975-EBF8-4B53-9A1E-AC57730C0BE0}" srcOrd="1" destOrd="0" parTransId="{7117D8F4-C627-48DF-A2DA-0E294E694F84}" sibTransId="{28A346F7-903C-47C1-B5D1-2B882FF02097}"/>
    <dgm:cxn modelId="{475E3D57-7914-454F-B446-D08DFDCBD014}" type="presOf" srcId="{2CA2080C-2F90-4F9F-98C6-D3FA5C2982E9}" destId="{08765563-13A3-42B7-8235-CBE62E756DCE}" srcOrd="0" destOrd="0" presId="urn:microsoft.com/office/officeart/2008/layout/LinedList"/>
    <dgm:cxn modelId="{EACB8A7A-1D97-4D7A-A625-EEE23A50B002}" type="presOf" srcId="{17B5E975-EBF8-4B53-9A1E-AC57730C0BE0}" destId="{423DD03E-151B-4235-9B5E-71692F20509B}" srcOrd="0" destOrd="0" presId="urn:microsoft.com/office/officeart/2008/layout/LinedList"/>
    <dgm:cxn modelId="{1AFDF39C-5DBE-4D84-AE18-70EAF7E25C40}" type="presOf" srcId="{988757AC-6BB9-4EAC-9791-EBE9568019CD}" destId="{E2FFACA7-A4B5-42BF-801F-8D888ED721E6}" srcOrd="0" destOrd="0" presId="urn:microsoft.com/office/officeart/2008/layout/LinedList"/>
    <dgm:cxn modelId="{49F5E3AB-384D-43D1-B7C1-1A80CE49A491}" srcId="{988757AC-6BB9-4EAC-9791-EBE9568019CD}" destId="{D4C51323-CF0A-46E6-A477-76C59E6F022F}" srcOrd="0" destOrd="0" parTransId="{C60FD78F-169A-4B70-9388-F932466E6630}" sibTransId="{2255BFD4-557D-45BC-A79F-0CC856088FB7}"/>
    <dgm:cxn modelId="{9B455DCF-BAC2-4BA9-B631-A32E7E160BA5}" srcId="{988757AC-6BB9-4EAC-9791-EBE9568019CD}" destId="{2CA2080C-2F90-4F9F-98C6-D3FA5C2982E9}" srcOrd="2" destOrd="0" parTransId="{2A93261F-11B9-4BDF-A5B9-57CAAEDE2744}" sibTransId="{CD6140EB-16C1-4179-8DF1-CBA59BC7E67C}"/>
    <dgm:cxn modelId="{55DD6AF9-69A7-4D20-8A63-1712B379BAD7}" type="presOf" srcId="{D4C51323-CF0A-46E6-A477-76C59E6F022F}" destId="{893D0DAD-44C8-44A3-AD1F-51EB9217E234}" srcOrd="0" destOrd="0" presId="urn:microsoft.com/office/officeart/2008/layout/LinedList"/>
    <dgm:cxn modelId="{C22B4DA7-E3FA-4559-BED0-E45955072F10}" type="presParOf" srcId="{E2FFACA7-A4B5-42BF-801F-8D888ED721E6}" destId="{6F8872E3-4197-491C-B75F-C663B49540ED}" srcOrd="0" destOrd="0" presId="urn:microsoft.com/office/officeart/2008/layout/LinedList"/>
    <dgm:cxn modelId="{120032F7-8748-4AAD-A576-1280D15250F7}" type="presParOf" srcId="{E2FFACA7-A4B5-42BF-801F-8D888ED721E6}" destId="{B283C128-7134-419C-B3CA-6EBE3B1FAC72}" srcOrd="1" destOrd="0" presId="urn:microsoft.com/office/officeart/2008/layout/LinedList"/>
    <dgm:cxn modelId="{7A57AAD1-E531-4D1B-841D-23DBA720A226}" type="presParOf" srcId="{B283C128-7134-419C-B3CA-6EBE3B1FAC72}" destId="{893D0DAD-44C8-44A3-AD1F-51EB9217E234}" srcOrd="0" destOrd="0" presId="urn:microsoft.com/office/officeart/2008/layout/LinedList"/>
    <dgm:cxn modelId="{11E872F6-3EA4-40D0-A880-A6801A73D3B7}" type="presParOf" srcId="{B283C128-7134-419C-B3CA-6EBE3B1FAC72}" destId="{6349ECDE-D64C-4033-B39B-BBED77FE259A}" srcOrd="1" destOrd="0" presId="urn:microsoft.com/office/officeart/2008/layout/LinedList"/>
    <dgm:cxn modelId="{06EC2D4A-E266-4F7F-8C2C-A02903DDCC4E}" type="presParOf" srcId="{E2FFACA7-A4B5-42BF-801F-8D888ED721E6}" destId="{3F42B0B1-8040-4452-AC6D-1852C2AD17B1}" srcOrd="2" destOrd="0" presId="urn:microsoft.com/office/officeart/2008/layout/LinedList"/>
    <dgm:cxn modelId="{A4AB64AF-3F25-4A6F-8570-F174823F90F9}" type="presParOf" srcId="{E2FFACA7-A4B5-42BF-801F-8D888ED721E6}" destId="{C15291B2-DEE6-49CB-BFBF-C8F9C72869D6}" srcOrd="3" destOrd="0" presId="urn:microsoft.com/office/officeart/2008/layout/LinedList"/>
    <dgm:cxn modelId="{57AB2CD0-5B64-4676-8D87-451A892509D4}" type="presParOf" srcId="{C15291B2-DEE6-49CB-BFBF-C8F9C72869D6}" destId="{423DD03E-151B-4235-9B5E-71692F20509B}" srcOrd="0" destOrd="0" presId="urn:microsoft.com/office/officeart/2008/layout/LinedList"/>
    <dgm:cxn modelId="{54F6381D-34D8-42F1-A2C2-2F28A80A0649}" type="presParOf" srcId="{C15291B2-DEE6-49CB-BFBF-C8F9C72869D6}" destId="{FB67A9DE-ADA8-498B-ACEF-4BF46173A4F1}" srcOrd="1" destOrd="0" presId="urn:microsoft.com/office/officeart/2008/layout/LinedList"/>
    <dgm:cxn modelId="{D7E81088-4554-45D4-8304-899605FA1B2F}" type="presParOf" srcId="{E2FFACA7-A4B5-42BF-801F-8D888ED721E6}" destId="{829460ED-848A-4548-843A-8E40BDF986A7}" srcOrd="4" destOrd="0" presId="urn:microsoft.com/office/officeart/2008/layout/LinedList"/>
    <dgm:cxn modelId="{7963D845-F4E8-4945-9968-816B1F588B67}" type="presParOf" srcId="{E2FFACA7-A4B5-42BF-801F-8D888ED721E6}" destId="{192B7EA0-9BAB-48C7-B833-826F44F85473}" srcOrd="5" destOrd="0" presId="urn:microsoft.com/office/officeart/2008/layout/LinedList"/>
    <dgm:cxn modelId="{791F6FD3-534B-4E66-93E5-272A35BCF553}" type="presParOf" srcId="{192B7EA0-9BAB-48C7-B833-826F44F85473}" destId="{08765563-13A3-42B7-8235-CBE62E756DCE}" srcOrd="0" destOrd="0" presId="urn:microsoft.com/office/officeart/2008/layout/LinedList"/>
    <dgm:cxn modelId="{2F5EEE62-DB8F-4E76-9531-25FFDC6AB026}" type="presParOf" srcId="{192B7EA0-9BAB-48C7-B833-826F44F85473}" destId="{6D2527D4-1CC1-4EFB-B26A-68B8D4C0A99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A784B7-4D19-49E0-83B0-C8847A69756A}" type="doc">
      <dgm:prSet loTypeId="urn:microsoft.com/office/officeart/2018/2/layout/IconVerticalSolidList" loCatId="icon" qsTypeId="urn:microsoft.com/office/officeart/2005/8/quickstyle/simple1" qsCatId="simple" csTypeId="urn:microsoft.com/office/officeart/2005/8/colors/accent5_4" csCatId="accent5" phldr="1"/>
      <dgm:spPr/>
      <dgm:t>
        <a:bodyPr/>
        <a:lstStyle/>
        <a:p>
          <a:endParaRPr lang="en-US"/>
        </a:p>
      </dgm:t>
    </dgm:pt>
    <dgm:pt modelId="{0F4A5149-A8D2-4CF7-954A-29820516FA3A}">
      <dgm:prSet/>
      <dgm:spPr/>
      <dgm:t>
        <a:bodyPr/>
        <a:lstStyle/>
        <a:p>
          <a:pPr>
            <a:lnSpc>
              <a:spcPct val="100000"/>
            </a:lnSpc>
          </a:pPr>
          <a:r>
            <a:rPr lang="en-GB" dirty="0"/>
            <a:t>Is a mathematical framework used to study the structure and properties of networks or graph.</a:t>
          </a:r>
          <a:endParaRPr lang="en-US" dirty="0"/>
        </a:p>
      </dgm:t>
    </dgm:pt>
    <dgm:pt modelId="{7DC2D6E3-383C-47BC-8A84-7E4F7A06D728}" type="parTrans" cxnId="{72B17929-B16A-4FDE-90B8-DFF750DEDF02}">
      <dgm:prSet/>
      <dgm:spPr/>
      <dgm:t>
        <a:bodyPr/>
        <a:lstStyle/>
        <a:p>
          <a:endParaRPr lang="en-US"/>
        </a:p>
      </dgm:t>
    </dgm:pt>
    <dgm:pt modelId="{2F0030F4-5DE7-481B-A3EF-A69AF2285B28}" type="sibTrans" cxnId="{72B17929-B16A-4FDE-90B8-DFF750DEDF02}">
      <dgm:prSet/>
      <dgm:spPr/>
      <dgm:t>
        <a:bodyPr/>
        <a:lstStyle/>
        <a:p>
          <a:endParaRPr lang="en-US"/>
        </a:p>
      </dgm:t>
    </dgm:pt>
    <dgm:pt modelId="{7120686A-60F8-4F1B-9FB2-C36DE14F95C1}">
      <dgm:prSet/>
      <dgm:spPr/>
      <dgm:t>
        <a:bodyPr/>
        <a:lstStyle/>
        <a:p>
          <a:pPr>
            <a:lnSpc>
              <a:spcPct val="100000"/>
            </a:lnSpc>
          </a:pPr>
          <a:r>
            <a:rPr lang="en-GB" b="1" dirty="0"/>
            <a:t>Graph G=(V,E) </a:t>
          </a:r>
          <a:r>
            <a:rPr lang="en-GB" dirty="0"/>
            <a:t>is a collection of nodes(vertex) that connected by edges. Graph may be directed or undirected.</a:t>
          </a:r>
          <a:endParaRPr lang="en-US" dirty="0"/>
        </a:p>
      </dgm:t>
    </dgm:pt>
    <dgm:pt modelId="{4B429F21-40CF-4509-B06C-3402F131DC4F}" type="parTrans" cxnId="{189518B2-6732-403B-B072-FFAE7CE74569}">
      <dgm:prSet/>
      <dgm:spPr/>
      <dgm:t>
        <a:bodyPr/>
        <a:lstStyle/>
        <a:p>
          <a:endParaRPr lang="en-US"/>
        </a:p>
      </dgm:t>
    </dgm:pt>
    <dgm:pt modelId="{8F09FBD9-94D5-49EB-A0CA-C91DC550EEAC}" type="sibTrans" cxnId="{189518B2-6732-403B-B072-FFAE7CE74569}">
      <dgm:prSet/>
      <dgm:spPr/>
      <dgm:t>
        <a:bodyPr/>
        <a:lstStyle/>
        <a:p>
          <a:endParaRPr lang="en-US"/>
        </a:p>
      </dgm:t>
    </dgm:pt>
    <dgm:pt modelId="{807580D3-EDBD-425C-895E-C73E2CF8F6AF}">
      <dgm:prSet/>
      <dgm:spPr/>
      <dgm:t>
        <a:bodyPr/>
        <a:lstStyle/>
        <a:p>
          <a:pPr>
            <a:lnSpc>
              <a:spcPct val="100000"/>
            </a:lnSpc>
          </a:pPr>
          <a:r>
            <a:rPr lang="en-GB" b="1" dirty="0"/>
            <a:t>Nodes( </a:t>
          </a:r>
          <a:r>
            <a:rPr lang="en-GB" dirty="0"/>
            <a:t>Vertices) is the interaction between two edges, nodes represent entities</a:t>
          </a:r>
          <a:endParaRPr lang="en-US" dirty="0"/>
        </a:p>
      </dgm:t>
    </dgm:pt>
    <dgm:pt modelId="{5C1701B4-8CCE-4709-80D5-83F10AF937C3}" type="parTrans" cxnId="{E98AF65E-AEA6-4D42-95CF-0D7A570213A8}">
      <dgm:prSet/>
      <dgm:spPr/>
      <dgm:t>
        <a:bodyPr/>
        <a:lstStyle/>
        <a:p>
          <a:endParaRPr lang="en-US"/>
        </a:p>
      </dgm:t>
    </dgm:pt>
    <dgm:pt modelId="{9562765F-4D7E-41FE-AB78-ADEA5A81ED3D}" type="sibTrans" cxnId="{E98AF65E-AEA6-4D42-95CF-0D7A570213A8}">
      <dgm:prSet/>
      <dgm:spPr/>
      <dgm:t>
        <a:bodyPr/>
        <a:lstStyle/>
        <a:p>
          <a:endParaRPr lang="en-US"/>
        </a:p>
      </dgm:t>
    </dgm:pt>
    <dgm:pt modelId="{425386DB-C73B-4742-ACBC-F34274A9D60D}">
      <dgm:prSet/>
      <dgm:spPr/>
      <dgm:t>
        <a:bodyPr/>
        <a:lstStyle/>
        <a:p>
          <a:pPr>
            <a:lnSpc>
              <a:spcPct val="100000"/>
            </a:lnSpc>
          </a:pPr>
          <a:r>
            <a:rPr lang="en-GB" b="1" dirty="0"/>
            <a:t>Edges(E) </a:t>
          </a:r>
          <a:r>
            <a:rPr lang="en-GB" dirty="0"/>
            <a:t>represent connection or relationship between nodes(vertices)</a:t>
          </a:r>
          <a:endParaRPr lang="en-US" dirty="0"/>
        </a:p>
      </dgm:t>
    </dgm:pt>
    <dgm:pt modelId="{87CE98C0-CE87-425D-954B-BF1AB4C3EE07}" type="parTrans" cxnId="{AD263479-C9A3-4AB3-8804-4C4BC1D3C42B}">
      <dgm:prSet/>
      <dgm:spPr/>
      <dgm:t>
        <a:bodyPr/>
        <a:lstStyle/>
        <a:p>
          <a:endParaRPr lang="en-US"/>
        </a:p>
      </dgm:t>
    </dgm:pt>
    <dgm:pt modelId="{BA17BFF6-C586-49B1-8446-B1BFF74FBDCE}" type="sibTrans" cxnId="{AD263479-C9A3-4AB3-8804-4C4BC1D3C42B}">
      <dgm:prSet/>
      <dgm:spPr/>
      <dgm:t>
        <a:bodyPr/>
        <a:lstStyle/>
        <a:p>
          <a:endParaRPr lang="en-US"/>
        </a:p>
      </dgm:t>
    </dgm:pt>
    <dgm:pt modelId="{47C1A997-07DC-4734-89A0-C63A55F60242}" type="pres">
      <dgm:prSet presAssocID="{D4A784B7-4D19-49E0-83B0-C8847A69756A}" presName="root" presStyleCnt="0">
        <dgm:presLayoutVars>
          <dgm:dir/>
          <dgm:resizeHandles val="exact"/>
        </dgm:presLayoutVars>
      </dgm:prSet>
      <dgm:spPr/>
    </dgm:pt>
    <dgm:pt modelId="{0402BAB4-8DF2-4EA2-8C2F-604C4F6B6FD3}" type="pres">
      <dgm:prSet presAssocID="{0F4A5149-A8D2-4CF7-954A-29820516FA3A}" presName="compNode" presStyleCnt="0"/>
      <dgm:spPr/>
    </dgm:pt>
    <dgm:pt modelId="{C33C5038-F331-46EB-BE97-23425A4DB979}" type="pres">
      <dgm:prSet presAssocID="{0F4A5149-A8D2-4CF7-954A-29820516FA3A}" presName="bgRect" presStyleLbl="bgShp" presStyleIdx="0" presStyleCnt="4"/>
      <dgm:spPr/>
    </dgm:pt>
    <dgm:pt modelId="{0A9A0810-0540-420B-ABB6-BAE5100382BF}" type="pres">
      <dgm:prSet presAssocID="{0F4A5149-A8D2-4CF7-954A-29820516FA3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7208D162-0F4F-4FC2-96A7-1A841B323D3B}" type="pres">
      <dgm:prSet presAssocID="{0F4A5149-A8D2-4CF7-954A-29820516FA3A}" presName="spaceRect" presStyleCnt="0"/>
      <dgm:spPr/>
    </dgm:pt>
    <dgm:pt modelId="{033F4D37-50B2-4ECA-AC42-321B1C145AE2}" type="pres">
      <dgm:prSet presAssocID="{0F4A5149-A8D2-4CF7-954A-29820516FA3A}" presName="parTx" presStyleLbl="revTx" presStyleIdx="0" presStyleCnt="4">
        <dgm:presLayoutVars>
          <dgm:chMax val="0"/>
          <dgm:chPref val="0"/>
        </dgm:presLayoutVars>
      </dgm:prSet>
      <dgm:spPr/>
    </dgm:pt>
    <dgm:pt modelId="{59D89C5A-D9AC-47EF-A3A9-223ABB012126}" type="pres">
      <dgm:prSet presAssocID="{2F0030F4-5DE7-481B-A3EF-A69AF2285B28}" presName="sibTrans" presStyleCnt="0"/>
      <dgm:spPr/>
    </dgm:pt>
    <dgm:pt modelId="{729CC00E-6997-4271-96A2-82FB3149F758}" type="pres">
      <dgm:prSet presAssocID="{7120686A-60F8-4F1B-9FB2-C36DE14F95C1}" presName="compNode" presStyleCnt="0"/>
      <dgm:spPr/>
    </dgm:pt>
    <dgm:pt modelId="{EBCE6B0D-53A3-4D61-9F7F-F7BB96633A55}" type="pres">
      <dgm:prSet presAssocID="{7120686A-60F8-4F1B-9FB2-C36DE14F95C1}" presName="bgRect" presStyleLbl="bgShp" presStyleIdx="1" presStyleCnt="4"/>
      <dgm:spPr/>
    </dgm:pt>
    <dgm:pt modelId="{565F40D3-A6D4-4005-9A18-DE95E2E0704A}" type="pres">
      <dgm:prSet presAssocID="{7120686A-60F8-4F1B-9FB2-C36DE14F95C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awing Compass"/>
        </a:ext>
      </dgm:extLst>
    </dgm:pt>
    <dgm:pt modelId="{35149D65-61F6-4D20-9FCB-03DBD9587FB0}" type="pres">
      <dgm:prSet presAssocID="{7120686A-60F8-4F1B-9FB2-C36DE14F95C1}" presName="spaceRect" presStyleCnt="0"/>
      <dgm:spPr/>
    </dgm:pt>
    <dgm:pt modelId="{BE22040D-F3DD-4D55-988A-3E4DAAAD883F}" type="pres">
      <dgm:prSet presAssocID="{7120686A-60F8-4F1B-9FB2-C36DE14F95C1}" presName="parTx" presStyleLbl="revTx" presStyleIdx="1" presStyleCnt="4">
        <dgm:presLayoutVars>
          <dgm:chMax val="0"/>
          <dgm:chPref val="0"/>
        </dgm:presLayoutVars>
      </dgm:prSet>
      <dgm:spPr/>
    </dgm:pt>
    <dgm:pt modelId="{58D9A07E-7801-4FF8-8E5D-A91C025EFA60}" type="pres">
      <dgm:prSet presAssocID="{8F09FBD9-94D5-49EB-A0CA-C91DC550EEAC}" presName="sibTrans" presStyleCnt="0"/>
      <dgm:spPr/>
    </dgm:pt>
    <dgm:pt modelId="{EE2DC0F6-4ECA-43C4-928B-6CDF83B6EC96}" type="pres">
      <dgm:prSet presAssocID="{807580D3-EDBD-425C-895E-C73E2CF8F6AF}" presName="compNode" presStyleCnt="0"/>
      <dgm:spPr/>
    </dgm:pt>
    <dgm:pt modelId="{3A9484F3-4529-4E4E-98AF-C558AE01CEC9}" type="pres">
      <dgm:prSet presAssocID="{807580D3-EDBD-425C-895E-C73E2CF8F6AF}" presName="bgRect" presStyleLbl="bgShp" presStyleIdx="2" presStyleCnt="4"/>
      <dgm:spPr/>
    </dgm:pt>
    <dgm:pt modelId="{2A912AB4-7257-411F-B4E8-81F2804500F3}" type="pres">
      <dgm:prSet presAssocID="{807580D3-EDBD-425C-895E-C73E2CF8F6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18354271-BC63-45E7-A3D2-0015F20A1C48}" type="pres">
      <dgm:prSet presAssocID="{807580D3-EDBD-425C-895E-C73E2CF8F6AF}" presName="spaceRect" presStyleCnt="0"/>
      <dgm:spPr/>
    </dgm:pt>
    <dgm:pt modelId="{B0D2256E-1341-4A51-9C76-190DFC12003E}" type="pres">
      <dgm:prSet presAssocID="{807580D3-EDBD-425C-895E-C73E2CF8F6AF}" presName="parTx" presStyleLbl="revTx" presStyleIdx="2" presStyleCnt="4">
        <dgm:presLayoutVars>
          <dgm:chMax val="0"/>
          <dgm:chPref val="0"/>
        </dgm:presLayoutVars>
      </dgm:prSet>
      <dgm:spPr/>
    </dgm:pt>
    <dgm:pt modelId="{F833F537-22BE-4E38-BCE7-839A07D765B0}" type="pres">
      <dgm:prSet presAssocID="{9562765F-4D7E-41FE-AB78-ADEA5A81ED3D}" presName="sibTrans" presStyleCnt="0"/>
      <dgm:spPr/>
    </dgm:pt>
    <dgm:pt modelId="{440B0B69-6536-4CB0-BB7C-3798DB29A040}" type="pres">
      <dgm:prSet presAssocID="{425386DB-C73B-4742-ACBC-F34274A9D60D}" presName="compNode" presStyleCnt="0"/>
      <dgm:spPr/>
    </dgm:pt>
    <dgm:pt modelId="{3A228E89-18A3-4833-AA58-00206CBDC124}" type="pres">
      <dgm:prSet presAssocID="{425386DB-C73B-4742-ACBC-F34274A9D60D}" presName="bgRect" presStyleLbl="bgShp" presStyleIdx="3" presStyleCnt="4"/>
      <dgm:spPr/>
    </dgm:pt>
    <dgm:pt modelId="{D5BFD932-4672-48EB-B545-F771191908AF}" type="pres">
      <dgm:prSet presAssocID="{425386DB-C73B-4742-ACBC-F34274A9D60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Network"/>
        </a:ext>
      </dgm:extLst>
    </dgm:pt>
    <dgm:pt modelId="{EF47E9CF-C1CD-456F-B008-DA02C531171D}" type="pres">
      <dgm:prSet presAssocID="{425386DB-C73B-4742-ACBC-F34274A9D60D}" presName="spaceRect" presStyleCnt="0"/>
      <dgm:spPr/>
    </dgm:pt>
    <dgm:pt modelId="{151A80C0-7AA8-474A-8CDB-C4939545A412}" type="pres">
      <dgm:prSet presAssocID="{425386DB-C73B-4742-ACBC-F34274A9D60D}" presName="parTx" presStyleLbl="revTx" presStyleIdx="3" presStyleCnt="4">
        <dgm:presLayoutVars>
          <dgm:chMax val="0"/>
          <dgm:chPref val="0"/>
        </dgm:presLayoutVars>
      </dgm:prSet>
      <dgm:spPr/>
    </dgm:pt>
  </dgm:ptLst>
  <dgm:cxnLst>
    <dgm:cxn modelId="{B94CF326-9341-49A3-890B-6ED0ABF65BCB}" type="presOf" srcId="{425386DB-C73B-4742-ACBC-F34274A9D60D}" destId="{151A80C0-7AA8-474A-8CDB-C4939545A412}" srcOrd="0" destOrd="0" presId="urn:microsoft.com/office/officeart/2018/2/layout/IconVerticalSolidList"/>
    <dgm:cxn modelId="{72B17929-B16A-4FDE-90B8-DFF750DEDF02}" srcId="{D4A784B7-4D19-49E0-83B0-C8847A69756A}" destId="{0F4A5149-A8D2-4CF7-954A-29820516FA3A}" srcOrd="0" destOrd="0" parTransId="{7DC2D6E3-383C-47BC-8A84-7E4F7A06D728}" sibTransId="{2F0030F4-5DE7-481B-A3EF-A69AF2285B28}"/>
    <dgm:cxn modelId="{140ADE34-481E-41E1-91AA-9C11AE650197}" type="presOf" srcId="{7120686A-60F8-4F1B-9FB2-C36DE14F95C1}" destId="{BE22040D-F3DD-4D55-988A-3E4DAAAD883F}" srcOrd="0" destOrd="0" presId="urn:microsoft.com/office/officeart/2018/2/layout/IconVerticalSolidList"/>
    <dgm:cxn modelId="{DC6D4538-C6B5-4C6D-8D11-AF65B5BCF192}" type="presOf" srcId="{D4A784B7-4D19-49E0-83B0-C8847A69756A}" destId="{47C1A997-07DC-4734-89A0-C63A55F60242}" srcOrd="0" destOrd="0" presId="urn:microsoft.com/office/officeart/2018/2/layout/IconVerticalSolidList"/>
    <dgm:cxn modelId="{E98AF65E-AEA6-4D42-95CF-0D7A570213A8}" srcId="{D4A784B7-4D19-49E0-83B0-C8847A69756A}" destId="{807580D3-EDBD-425C-895E-C73E2CF8F6AF}" srcOrd="2" destOrd="0" parTransId="{5C1701B4-8CCE-4709-80D5-83F10AF937C3}" sibTransId="{9562765F-4D7E-41FE-AB78-ADEA5A81ED3D}"/>
    <dgm:cxn modelId="{1C991960-0890-43AA-BF70-2B39B074ED70}" type="presOf" srcId="{807580D3-EDBD-425C-895E-C73E2CF8F6AF}" destId="{B0D2256E-1341-4A51-9C76-190DFC12003E}" srcOrd="0" destOrd="0" presId="urn:microsoft.com/office/officeart/2018/2/layout/IconVerticalSolidList"/>
    <dgm:cxn modelId="{AD263479-C9A3-4AB3-8804-4C4BC1D3C42B}" srcId="{D4A784B7-4D19-49E0-83B0-C8847A69756A}" destId="{425386DB-C73B-4742-ACBC-F34274A9D60D}" srcOrd="3" destOrd="0" parTransId="{87CE98C0-CE87-425D-954B-BF1AB4C3EE07}" sibTransId="{BA17BFF6-C586-49B1-8446-B1BFF74FBDCE}"/>
    <dgm:cxn modelId="{189518B2-6732-403B-B072-FFAE7CE74569}" srcId="{D4A784B7-4D19-49E0-83B0-C8847A69756A}" destId="{7120686A-60F8-4F1B-9FB2-C36DE14F95C1}" srcOrd="1" destOrd="0" parTransId="{4B429F21-40CF-4509-B06C-3402F131DC4F}" sibTransId="{8F09FBD9-94D5-49EB-A0CA-C91DC550EEAC}"/>
    <dgm:cxn modelId="{4E1ACFFD-00B0-4962-BEAD-23E79CBCE5D1}" type="presOf" srcId="{0F4A5149-A8D2-4CF7-954A-29820516FA3A}" destId="{033F4D37-50B2-4ECA-AC42-321B1C145AE2}" srcOrd="0" destOrd="0" presId="urn:microsoft.com/office/officeart/2018/2/layout/IconVerticalSolidList"/>
    <dgm:cxn modelId="{9DC1761D-33C9-4BF1-B0AD-92A583164AEE}" type="presParOf" srcId="{47C1A997-07DC-4734-89A0-C63A55F60242}" destId="{0402BAB4-8DF2-4EA2-8C2F-604C4F6B6FD3}" srcOrd="0" destOrd="0" presId="urn:microsoft.com/office/officeart/2018/2/layout/IconVerticalSolidList"/>
    <dgm:cxn modelId="{52003AF1-FA1E-4CF4-AD23-6F9B89DEDF3C}" type="presParOf" srcId="{0402BAB4-8DF2-4EA2-8C2F-604C4F6B6FD3}" destId="{C33C5038-F331-46EB-BE97-23425A4DB979}" srcOrd="0" destOrd="0" presId="urn:microsoft.com/office/officeart/2018/2/layout/IconVerticalSolidList"/>
    <dgm:cxn modelId="{1B9516A9-B8D3-47A6-A213-D0DE5B550920}" type="presParOf" srcId="{0402BAB4-8DF2-4EA2-8C2F-604C4F6B6FD3}" destId="{0A9A0810-0540-420B-ABB6-BAE5100382BF}" srcOrd="1" destOrd="0" presId="urn:microsoft.com/office/officeart/2018/2/layout/IconVerticalSolidList"/>
    <dgm:cxn modelId="{05AB455F-BEE3-44C7-8451-B58A0DDE4983}" type="presParOf" srcId="{0402BAB4-8DF2-4EA2-8C2F-604C4F6B6FD3}" destId="{7208D162-0F4F-4FC2-96A7-1A841B323D3B}" srcOrd="2" destOrd="0" presId="urn:microsoft.com/office/officeart/2018/2/layout/IconVerticalSolidList"/>
    <dgm:cxn modelId="{6755A26A-C829-49B2-9C8B-005356CB214D}" type="presParOf" srcId="{0402BAB4-8DF2-4EA2-8C2F-604C4F6B6FD3}" destId="{033F4D37-50B2-4ECA-AC42-321B1C145AE2}" srcOrd="3" destOrd="0" presId="urn:microsoft.com/office/officeart/2018/2/layout/IconVerticalSolidList"/>
    <dgm:cxn modelId="{94ED25A5-4DCD-422C-B66E-A4819CFEEAE8}" type="presParOf" srcId="{47C1A997-07DC-4734-89A0-C63A55F60242}" destId="{59D89C5A-D9AC-47EF-A3A9-223ABB012126}" srcOrd="1" destOrd="0" presId="urn:microsoft.com/office/officeart/2018/2/layout/IconVerticalSolidList"/>
    <dgm:cxn modelId="{78979CE8-44C6-4F96-B442-21403B788820}" type="presParOf" srcId="{47C1A997-07DC-4734-89A0-C63A55F60242}" destId="{729CC00E-6997-4271-96A2-82FB3149F758}" srcOrd="2" destOrd="0" presId="urn:microsoft.com/office/officeart/2018/2/layout/IconVerticalSolidList"/>
    <dgm:cxn modelId="{FFA7C61D-E2D4-48B8-938C-8D8B233DE644}" type="presParOf" srcId="{729CC00E-6997-4271-96A2-82FB3149F758}" destId="{EBCE6B0D-53A3-4D61-9F7F-F7BB96633A55}" srcOrd="0" destOrd="0" presId="urn:microsoft.com/office/officeart/2018/2/layout/IconVerticalSolidList"/>
    <dgm:cxn modelId="{08E52156-4C09-40F6-BDBD-EF53743EFA5E}" type="presParOf" srcId="{729CC00E-6997-4271-96A2-82FB3149F758}" destId="{565F40D3-A6D4-4005-9A18-DE95E2E0704A}" srcOrd="1" destOrd="0" presId="urn:microsoft.com/office/officeart/2018/2/layout/IconVerticalSolidList"/>
    <dgm:cxn modelId="{746465E5-C990-43E2-8F70-45D4666A1514}" type="presParOf" srcId="{729CC00E-6997-4271-96A2-82FB3149F758}" destId="{35149D65-61F6-4D20-9FCB-03DBD9587FB0}" srcOrd="2" destOrd="0" presId="urn:microsoft.com/office/officeart/2018/2/layout/IconVerticalSolidList"/>
    <dgm:cxn modelId="{DAD4F995-D7D3-4BE8-B1E3-FB3CFFB1C526}" type="presParOf" srcId="{729CC00E-6997-4271-96A2-82FB3149F758}" destId="{BE22040D-F3DD-4D55-988A-3E4DAAAD883F}" srcOrd="3" destOrd="0" presId="urn:microsoft.com/office/officeart/2018/2/layout/IconVerticalSolidList"/>
    <dgm:cxn modelId="{D0CBF81A-ABBB-4E36-B596-49E08360A2BF}" type="presParOf" srcId="{47C1A997-07DC-4734-89A0-C63A55F60242}" destId="{58D9A07E-7801-4FF8-8E5D-A91C025EFA60}" srcOrd="3" destOrd="0" presId="urn:microsoft.com/office/officeart/2018/2/layout/IconVerticalSolidList"/>
    <dgm:cxn modelId="{57A016F8-C183-4A2D-8125-355906F81099}" type="presParOf" srcId="{47C1A997-07DC-4734-89A0-C63A55F60242}" destId="{EE2DC0F6-4ECA-43C4-928B-6CDF83B6EC96}" srcOrd="4" destOrd="0" presId="urn:microsoft.com/office/officeart/2018/2/layout/IconVerticalSolidList"/>
    <dgm:cxn modelId="{B02E5B1D-E153-48C1-82EB-938AD169A94E}" type="presParOf" srcId="{EE2DC0F6-4ECA-43C4-928B-6CDF83B6EC96}" destId="{3A9484F3-4529-4E4E-98AF-C558AE01CEC9}" srcOrd="0" destOrd="0" presId="urn:microsoft.com/office/officeart/2018/2/layout/IconVerticalSolidList"/>
    <dgm:cxn modelId="{4C853905-B080-4A60-8BE9-D70729182F19}" type="presParOf" srcId="{EE2DC0F6-4ECA-43C4-928B-6CDF83B6EC96}" destId="{2A912AB4-7257-411F-B4E8-81F2804500F3}" srcOrd="1" destOrd="0" presId="urn:microsoft.com/office/officeart/2018/2/layout/IconVerticalSolidList"/>
    <dgm:cxn modelId="{4CA75B35-D096-4479-8810-F2DF20B7B847}" type="presParOf" srcId="{EE2DC0F6-4ECA-43C4-928B-6CDF83B6EC96}" destId="{18354271-BC63-45E7-A3D2-0015F20A1C48}" srcOrd="2" destOrd="0" presId="urn:microsoft.com/office/officeart/2018/2/layout/IconVerticalSolidList"/>
    <dgm:cxn modelId="{BD0917B1-C64E-4CF2-A79F-2084A6A19400}" type="presParOf" srcId="{EE2DC0F6-4ECA-43C4-928B-6CDF83B6EC96}" destId="{B0D2256E-1341-4A51-9C76-190DFC12003E}" srcOrd="3" destOrd="0" presId="urn:microsoft.com/office/officeart/2018/2/layout/IconVerticalSolidList"/>
    <dgm:cxn modelId="{05F65F52-8B68-449B-84CE-2C5BEFE9C9C1}" type="presParOf" srcId="{47C1A997-07DC-4734-89A0-C63A55F60242}" destId="{F833F537-22BE-4E38-BCE7-839A07D765B0}" srcOrd="5" destOrd="0" presId="urn:microsoft.com/office/officeart/2018/2/layout/IconVerticalSolidList"/>
    <dgm:cxn modelId="{4E2D5E6A-CBD2-4675-BF43-2A913BE7EAF2}" type="presParOf" srcId="{47C1A997-07DC-4734-89A0-C63A55F60242}" destId="{440B0B69-6536-4CB0-BB7C-3798DB29A040}" srcOrd="6" destOrd="0" presId="urn:microsoft.com/office/officeart/2018/2/layout/IconVerticalSolidList"/>
    <dgm:cxn modelId="{9E085D6F-8004-41FC-A9EF-439268A57148}" type="presParOf" srcId="{440B0B69-6536-4CB0-BB7C-3798DB29A040}" destId="{3A228E89-18A3-4833-AA58-00206CBDC124}" srcOrd="0" destOrd="0" presId="urn:microsoft.com/office/officeart/2018/2/layout/IconVerticalSolidList"/>
    <dgm:cxn modelId="{A16EFB03-65B1-4B55-BDFD-6B65923262ED}" type="presParOf" srcId="{440B0B69-6536-4CB0-BB7C-3798DB29A040}" destId="{D5BFD932-4672-48EB-B545-F771191908AF}" srcOrd="1" destOrd="0" presId="urn:microsoft.com/office/officeart/2018/2/layout/IconVerticalSolidList"/>
    <dgm:cxn modelId="{EA157B61-A1ED-4599-8BCC-0775AF09E1BE}" type="presParOf" srcId="{440B0B69-6536-4CB0-BB7C-3798DB29A040}" destId="{EF47E9CF-C1CD-456F-B008-DA02C531171D}" srcOrd="2" destOrd="0" presId="urn:microsoft.com/office/officeart/2018/2/layout/IconVerticalSolidList"/>
    <dgm:cxn modelId="{1CCD2F21-F67D-4F44-82E5-10581548B9BD}" type="presParOf" srcId="{440B0B69-6536-4CB0-BB7C-3798DB29A040}" destId="{151A80C0-7AA8-474A-8CDB-C4939545A41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E1EB72-9911-48EE-8510-8E4B09AFD166}"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95911464-E9B9-4CB4-86E6-9C030FE4915C}">
      <dgm:prSet/>
      <dgm:spPr/>
      <dgm:t>
        <a:bodyPr/>
        <a:lstStyle/>
        <a:p>
          <a:pPr>
            <a:lnSpc>
              <a:spcPct val="100000"/>
            </a:lnSpc>
          </a:pPr>
          <a:r>
            <a:rPr lang="en-US" dirty="0"/>
            <a:t>We want to detect how many communities were created and how does it affect the SNA</a:t>
          </a:r>
        </a:p>
      </dgm:t>
    </dgm:pt>
    <dgm:pt modelId="{CCADEC84-FCC8-4895-ABBE-CEB8BD33B93D}" type="parTrans" cxnId="{3EBF3A14-E5E3-4429-8E99-4882FB65E766}">
      <dgm:prSet/>
      <dgm:spPr/>
      <dgm:t>
        <a:bodyPr/>
        <a:lstStyle/>
        <a:p>
          <a:endParaRPr lang="en-US"/>
        </a:p>
      </dgm:t>
    </dgm:pt>
    <dgm:pt modelId="{A97D35FF-7E0C-4CD4-AB49-28E840C43F47}" type="sibTrans" cxnId="{3EBF3A14-E5E3-4429-8E99-4882FB65E766}">
      <dgm:prSet/>
      <dgm:spPr/>
      <dgm:t>
        <a:bodyPr/>
        <a:lstStyle/>
        <a:p>
          <a:endParaRPr lang="en-US"/>
        </a:p>
      </dgm:t>
    </dgm:pt>
    <dgm:pt modelId="{63174AFF-9BD8-4DF4-8B89-88663EEBF95F}">
      <dgm:prSet/>
      <dgm:spPr/>
      <dgm:t>
        <a:bodyPr/>
        <a:lstStyle/>
        <a:p>
          <a:pPr>
            <a:lnSpc>
              <a:spcPct val="100000"/>
            </a:lnSpc>
          </a:pPr>
          <a:r>
            <a:rPr lang="en-ZA"/>
            <a:t>To find the best community detection algorithms that works better between Spectral-clustering, Girvan-Newman and Louvain algorithm.</a:t>
          </a:r>
          <a:endParaRPr lang="en-US"/>
        </a:p>
      </dgm:t>
    </dgm:pt>
    <dgm:pt modelId="{E8656F5D-FA65-4A78-9B2E-C324F1B9F17A}" type="parTrans" cxnId="{9B754A65-F8BF-45BD-B17B-C0DF6B4001DE}">
      <dgm:prSet/>
      <dgm:spPr/>
      <dgm:t>
        <a:bodyPr/>
        <a:lstStyle/>
        <a:p>
          <a:endParaRPr lang="en-US"/>
        </a:p>
      </dgm:t>
    </dgm:pt>
    <dgm:pt modelId="{ED2A727C-7718-4481-889B-069EC3A9C5E8}" type="sibTrans" cxnId="{9B754A65-F8BF-45BD-B17B-C0DF6B4001DE}">
      <dgm:prSet/>
      <dgm:spPr/>
      <dgm:t>
        <a:bodyPr/>
        <a:lstStyle/>
        <a:p>
          <a:endParaRPr lang="en-US"/>
        </a:p>
      </dgm:t>
    </dgm:pt>
    <dgm:pt modelId="{B49061D5-2852-47A1-89FD-19B703ADD1F5}" type="pres">
      <dgm:prSet presAssocID="{7CE1EB72-9911-48EE-8510-8E4B09AFD166}" presName="root" presStyleCnt="0">
        <dgm:presLayoutVars>
          <dgm:dir/>
          <dgm:resizeHandles val="exact"/>
        </dgm:presLayoutVars>
      </dgm:prSet>
      <dgm:spPr/>
    </dgm:pt>
    <dgm:pt modelId="{92884687-FD29-46D9-B5BB-2FF375E1F7B3}" type="pres">
      <dgm:prSet presAssocID="{95911464-E9B9-4CB4-86E6-9C030FE4915C}" presName="compNode" presStyleCnt="0"/>
      <dgm:spPr/>
    </dgm:pt>
    <dgm:pt modelId="{CC3C9D68-8DB7-47DF-992F-52F70C525BFC}" type="pres">
      <dgm:prSet presAssocID="{95911464-E9B9-4CB4-86E6-9C030FE4915C}" presName="bgRect" presStyleLbl="bgShp" presStyleIdx="0" presStyleCnt="2"/>
      <dgm:spPr/>
    </dgm:pt>
    <dgm:pt modelId="{952ABDF0-5AB0-48A4-B5B1-B0509516249D}" type="pres">
      <dgm:prSet presAssocID="{95911464-E9B9-4CB4-86E6-9C030FE4915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croscope"/>
        </a:ext>
      </dgm:extLst>
    </dgm:pt>
    <dgm:pt modelId="{9D49DDD4-788C-4C2F-8230-96EDE165EFEA}" type="pres">
      <dgm:prSet presAssocID="{95911464-E9B9-4CB4-86E6-9C030FE4915C}" presName="spaceRect" presStyleCnt="0"/>
      <dgm:spPr/>
    </dgm:pt>
    <dgm:pt modelId="{048268E3-2643-4945-A9EB-2611C263CEB7}" type="pres">
      <dgm:prSet presAssocID="{95911464-E9B9-4CB4-86E6-9C030FE4915C}" presName="parTx" presStyleLbl="revTx" presStyleIdx="0" presStyleCnt="2">
        <dgm:presLayoutVars>
          <dgm:chMax val="0"/>
          <dgm:chPref val="0"/>
        </dgm:presLayoutVars>
      </dgm:prSet>
      <dgm:spPr/>
    </dgm:pt>
    <dgm:pt modelId="{1F519017-6094-4025-ADCE-900500CE35EC}" type="pres">
      <dgm:prSet presAssocID="{A97D35FF-7E0C-4CD4-AB49-28E840C43F47}" presName="sibTrans" presStyleCnt="0"/>
      <dgm:spPr/>
    </dgm:pt>
    <dgm:pt modelId="{9110C41D-53E7-415C-B076-6B4B32BCF8EA}" type="pres">
      <dgm:prSet presAssocID="{63174AFF-9BD8-4DF4-8B89-88663EEBF95F}" presName="compNode" presStyleCnt="0"/>
      <dgm:spPr/>
    </dgm:pt>
    <dgm:pt modelId="{BE9A2C64-7D92-4339-A990-78C4D4D728BF}" type="pres">
      <dgm:prSet presAssocID="{63174AFF-9BD8-4DF4-8B89-88663EEBF95F}" presName="bgRect" presStyleLbl="bgShp" presStyleIdx="1" presStyleCnt="2"/>
      <dgm:spPr/>
    </dgm:pt>
    <dgm:pt modelId="{4EAF663E-18DA-49B1-9BA1-C7F8E30B3C1A}" type="pres">
      <dgm:prSet presAssocID="{63174AFF-9BD8-4DF4-8B89-88663EEBF95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2F953A0B-BC42-43BC-A812-896F5F2AD912}" type="pres">
      <dgm:prSet presAssocID="{63174AFF-9BD8-4DF4-8B89-88663EEBF95F}" presName="spaceRect" presStyleCnt="0"/>
      <dgm:spPr/>
    </dgm:pt>
    <dgm:pt modelId="{ECD10B77-6C58-46F0-A54E-4D343DA2AEBE}" type="pres">
      <dgm:prSet presAssocID="{63174AFF-9BD8-4DF4-8B89-88663EEBF95F}" presName="parTx" presStyleLbl="revTx" presStyleIdx="1" presStyleCnt="2">
        <dgm:presLayoutVars>
          <dgm:chMax val="0"/>
          <dgm:chPref val="0"/>
        </dgm:presLayoutVars>
      </dgm:prSet>
      <dgm:spPr/>
    </dgm:pt>
  </dgm:ptLst>
  <dgm:cxnLst>
    <dgm:cxn modelId="{3EBF3A14-E5E3-4429-8E99-4882FB65E766}" srcId="{7CE1EB72-9911-48EE-8510-8E4B09AFD166}" destId="{95911464-E9B9-4CB4-86E6-9C030FE4915C}" srcOrd="0" destOrd="0" parTransId="{CCADEC84-FCC8-4895-ABBE-CEB8BD33B93D}" sibTransId="{A97D35FF-7E0C-4CD4-AB49-28E840C43F47}"/>
    <dgm:cxn modelId="{88B6A914-495B-4D17-A9E1-2E7CEFD73880}" type="presOf" srcId="{63174AFF-9BD8-4DF4-8B89-88663EEBF95F}" destId="{ECD10B77-6C58-46F0-A54E-4D343DA2AEBE}" srcOrd="0" destOrd="0" presId="urn:microsoft.com/office/officeart/2018/2/layout/IconVerticalSolidList"/>
    <dgm:cxn modelId="{08E38F1C-926A-484F-B237-A97938888181}" type="presOf" srcId="{95911464-E9B9-4CB4-86E6-9C030FE4915C}" destId="{048268E3-2643-4945-A9EB-2611C263CEB7}" srcOrd="0" destOrd="0" presId="urn:microsoft.com/office/officeart/2018/2/layout/IconVerticalSolidList"/>
    <dgm:cxn modelId="{9B754A65-F8BF-45BD-B17B-C0DF6B4001DE}" srcId="{7CE1EB72-9911-48EE-8510-8E4B09AFD166}" destId="{63174AFF-9BD8-4DF4-8B89-88663EEBF95F}" srcOrd="1" destOrd="0" parTransId="{E8656F5D-FA65-4A78-9B2E-C324F1B9F17A}" sibTransId="{ED2A727C-7718-4481-889B-069EC3A9C5E8}"/>
    <dgm:cxn modelId="{A4334C67-C569-443F-90A5-06C0C23C71A1}" type="presOf" srcId="{7CE1EB72-9911-48EE-8510-8E4B09AFD166}" destId="{B49061D5-2852-47A1-89FD-19B703ADD1F5}" srcOrd="0" destOrd="0" presId="urn:microsoft.com/office/officeart/2018/2/layout/IconVerticalSolidList"/>
    <dgm:cxn modelId="{2A32C81E-33F1-46D8-AC25-425507C51B2F}" type="presParOf" srcId="{B49061D5-2852-47A1-89FD-19B703ADD1F5}" destId="{92884687-FD29-46D9-B5BB-2FF375E1F7B3}" srcOrd="0" destOrd="0" presId="urn:microsoft.com/office/officeart/2018/2/layout/IconVerticalSolidList"/>
    <dgm:cxn modelId="{9B5EAB81-19BB-4C0E-B69A-F868D3CC6A87}" type="presParOf" srcId="{92884687-FD29-46D9-B5BB-2FF375E1F7B3}" destId="{CC3C9D68-8DB7-47DF-992F-52F70C525BFC}" srcOrd="0" destOrd="0" presId="urn:microsoft.com/office/officeart/2018/2/layout/IconVerticalSolidList"/>
    <dgm:cxn modelId="{9BBE6E3D-00F6-435A-AE99-10CDB1112CD7}" type="presParOf" srcId="{92884687-FD29-46D9-B5BB-2FF375E1F7B3}" destId="{952ABDF0-5AB0-48A4-B5B1-B0509516249D}" srcOrd="1" destOrd="0" presId="urn:microsoft.com/office/officeart/2018/2/layout/IconVerticalSolidList"/>
    <dgm:cxn modelId="{E6783BAE-EE00-4F5D-BBC9-BBD8BAA4529F}" type="presParOf" srcId="{92884687-FD29-46D9-B5BB-2FF375E1F7B3}" destId="{9D49DDD4-788C-4C2F-8230-96EDE165EFEA}" srcOrd="2" destOrd="0" presId="urn:microsoft.com/office/officeart/2018/2/layout/IconVerticalSolidList"/>
    <dgm:cxn modelId="{A450D911-72DB-47FC-8497-0A084FEDFE2B}" type="presParOf" srcId="{92884687-FD29-46D9-B5BB-2FF375E1F7B3}" destId="{048268E3-2643-4945-A9EB-2611C263CEB7}" srcOrd="3" destOrd="0" presId="urn:microsoft.com/office/officeart/2018/2/layout/IconVerticalSolidList"/>
    <dgm:cxn modelId="{D9FAB6A3-07D4-4A3A-BFF1-3F1747F36EBF}" type="presParOf" srcId="{B49061D5-2852-47A1-89FD-19B703ADD1F5}" destId="{1F519017-6094-4025-ADCE-900500CE35EC}" srcOrd="1" destOrd="0" presId="urn:microsoft.com/office/officeart/2018/2/layout/IconVerticalSolidList"/>
    <dgm:cxn modelId="{60B31EC9-D558-4891-B172-34213C840122}" type="presParOf" srcId="{B49061D5-2852-47A1-89FD-19B703ADD1F5}" destId="{9110C41D-53E7-415C-B076-6B4B32BCF8EA}" srcOrd="2" destOrd="0" presId="urn:microsoft.com/office/officeart/2018/2/layout/IconVerticalSolidList"/>
    <dgm:cxn modelId="{54C158DB-CD5A-4025-ABD4-C97779585022}" type="presParOf" srcId="{9110C41D-53E7-415C-B076-6B4B32BCF8EA}" destId="{BE9A2C64-7D92-4339-A990-78C4D4D728BF}" srcOrd="0" destOrd="0" presId="urn:microsoft.com/office/officeart/2018/2/layout/IconVerticalSolidList"/>
    <dgm:cxn modelId="{FFE5C498-5CF8-467E-9B47-F42C3BEC3B55}" type="presParOf" srcId="{9110C41D-53E7-415C-B076-6B4B32BCF8EA}" destId="{4EAF663E-18DA-49B1-9BA1-C7F8E30B3C1A}" srcOrd="1" destOrd="0" presId="urn:microsoft.com/office/officeart/2018/2/layout/IconVerticalSolidList"/>
    <dgm:cxn modelId="{B0A2050F-0360-4611-BD8E-2BB109861198}" type="presParOf" srcId="{9110C41D-53E7-415C-B076-6B4B32BCF8EA}" destId="{2F953A0B-BC42-43BC-A812-896F5F2AD912}" srcOrd="2" destOrd="0" presId="urn:microsoft.com/office/officeart/2018/2/layout/IconVerticalSolidList"/>
    <dgm:cxn modelId="{40CBA8E9-1E21-4E6C-892D-2F6C55A12F3D}" type="presParOf" srcId="{9110C41D-53E7-415C-B076-6B4B32BCF8EA}" destId="{ECD10B77-6C58-46F0-A54E-4D343DA2AE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CF6BC-8C43-44D9-B338-8D58472EA7F6}">
      <dsp:nvSpPr>
        <dsp:cNvPr id="0" name=""/>
        <dsp:cNvSpPr/>
      </dsp:nvSpPr>
      <dsp:spPr>
        <a:xfrm>
          <a:off x="-19534" y="843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83AA66-3FF9-4D79-94BA-4A67C0B20ACF}">
      <dsp:nvSpPr>
        <dsp:cNvPr id="0" name=""/>
        <dsp:cNvSpPr/>
      </dsp:nvSpPr>
      <dsp:spPr>
        <a:xfrm>
          <a:off x="169309" y="148899"/>
          <a:ext cx="343351" cy="343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3C2FF3-7EB9-476B-9CAD-A7DEC0A7E741}">
      <dsp:nvSpPr>
        <dsp:cNvPr id="0" name=""/>
        <dsp:cNvSpPr/>
      </dsp:nvSpPr>
      <dsp:spPr>
        <a:xfrm>
          <a:off x="701504" y="843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Introduction</a:t>
          </a:r>
        </a:p>
      </dsp:txBody>
      <dsp:txXfrm>
        <a:off x="701504" y="8437"/>
        <a:ext cx="7688294" cy="624276"/>
      </dsp:txXfrm>
    </dsp:sp>
    <dsp:sp modelId="{1DB5B8C6-801C-4014-AEF6-38ADBF4898E6}">
      <dsp:nvSpPr>
        <dsp:cNvPr id="0" name=""/>
        <dsp:cNvSpPr/>
      </dsp:nvSpPr>
      <dsp:spPr>
        <a:xfrm>
          <a:off x="-19534" y="788782"/>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633DF2-91C2-46DA-9387-0AB92A444EFB}">
      <dsp:nvSpPr>
        <dsp:cNvPr id="0" name=""/>
        <dsp:cNvSpPr/>
      </dsp:nvSpPr>
      <dsp:spPr>
        <a:xfrm>
          <a:off x="169309" y="929244"/>
          <a:ext cx="343351" cy="343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187747-0878-4A0A-A8DA-665686C1D1B2}">
      <dsp:nvSpPr>
        <dsp:cNvPr id="0" name=""/>
        <dsp:cNvSpPr/>
      </dsp:nvSpPr>
      <dsp:spPr>
        <a:xfrm>
          <a:off x="701504" y="788782"/>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Methodology </a:t>
          </a:r>
        </a:p>
      </dsp:txBody>
      <dsp:txXfrm>
        <a:off x="701504" y="788782"/>
        <a:ext cx="7688294" cy="624276"/>
      </dsp:txXfrm>
    </dsp:sp>
    <dsp:sp modelId="{E9772EE2-7FC5-4CBF-8729-31BFD1A861E3}">
      <dsp:nvSpPr>
        <dsp:cNvPr id="0" name=""/>
        <dsp:cNvSpPr/>
      </dsp:nvSpPr>
      <dsp:spPr>
        <a:xfrm>
          <a:off x="-19534" y="156912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393E9F-7100-4948-A0A6-DF1D25CF3F52}">
      <dsp:nvSpPr>
        <dsp:cNvPr id="0" name=""/>
        <dsp:cNvSpPr/>
      </dsp:nvSpPr>
      <dsp:spPr>
        <a:xfrm>
          <a:off x="169309" y="1709589"/>
          <a:ext cx="343351" cy="343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7DDB2-8052-45DE-A237-6E0ED52BFEB9}">
      <dsp:nvSpPr>
        <dsp:cNvPr id="0" name=""/>
        <dsp:cNvSpPr/>
      </dsp:nvSpPr>
      <dsp:spPr>
        <a:xfrm>
          <a:off x="701504" y="156912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Result and Discussion</a:t>
          </a:r>
        </a:p>
      </dsp:txBody>
      <dsp:txXfrm>
        <a:off x="701504" y="1569127"/>
        <a:ext cx="7688294" cy="624276"/>
      </dsp:txXfrm>
    </dsp:sp>
    <dsp:sp modelId="{83A06D65-E54E-4322-AB18-699164D8FE2E}">
      <dsp:nvSpPr>
        <dsp:cNvPr id="0" name=""/>
        <dsp:cNvSpPr/>
      </dsp:nvSpPr>
      <dsp:spPr>
        <a:xfrm>
          <a:off x="-19534" y="2428992"/>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27AE66-8105-4EDB-AD13-0528B0712AE9}">
      <dsp:nvSpPr>
        <dsp:cNvPr id="0" name=""/>
        <dsp:cNvSpPr/>
      </dsp:nvSpPr>
      <dsp:spPr>
        <a:xfrm>
          <a:off x="169309" y="2489934"/>
          <a:ext cx="343351" cy="343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ACB851-BCEB-4143-B8D4-3E86830150A9}">
      <dsp:nvSpPr>
        <dsp:cNvPr id="0" name=""/>
        <dsp:cNvSpPr/>
      </dsp:nvSpPr>
      <dsp:spPr>
        <a:xfrm>
          <a:off x="661025" y="2349472"/>
          <a:ext cx="7769252"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Conclusion</a:t>
          </a:r>
        </a:p>
      </dsp:txBody>
      <dsp:txXfrm>
        <a:off x="661025" y="2349472"/>
        <a:ext cx="7769252" cy="624276"/>
      </dsp:txXfrm>
    </dsp:sp>
    <dsp:sp modelId="{14C69781-51A6-4A24-9246-A2485A08A6CC}">
      <dsp:nvSpPr>
        <dsp:cNvPr id="0" name=""/>
        <dsp:cNvSpPr/>
      </dsp:nvSpPr>
      <dsp:spPr>
        <a:xfrm>
          <a:off x="-19534" y="312981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4D109-8FCD-498A-84E6-FFE7CDE4F177}">
      <dsp:nvSpPr>
        <dsp:cNvPr id="0" name=""/>
        <dsp:cNvSpPr/>
      </dsp:nvSpPr>
      <dsp:spPr>
        <a:xfrm>
          <a:off x="169309" y="3270279"/>
          <a:ext cx="343351" cy="3433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BEC2E-5B78-42F7-ADFF-5513CCC5CBA2}">
      <dsp:nvSpPr>
        <dsp:cNvPr id="0" name=""/>
        <dsp:cNvSpPr/>
      </dsp:nvSpPr>
      <dsp:spPr>
        <a:xfrm>
          <a:off x="701504" y="312981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References</a:t>
          </a:r>
        </a:p>
      </dsp:txBody>
      <dsp:txXfrm>
        <a:off x="701504" y="3129817"/>
        <a:ext cx="7688294" cy="624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EA575-E449-42BA-ABB8-7C836F7886EE}">
      <dsp:nvSpPr>
        <dsp:cNvPr id="0" name=""/>
        <dsp:cNvSpPr/>
      </dsp:nvSpPr>
      <dsp:spPr>
        <a:xfrm>
          <a:off x="0" y="376"/>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8EE8362-59BF-4C03-8D6A-0C53977E59B2}">
      <dsp:nvSpPr>
        <dsp:cNvPr id="0" name=""/>
        <dsp:cNvSpPr/>
      </dsp:nvSpPr>
      <dsp:spPr>
        <a:xfrm>
          <a:off x="0" y="376"/>
          <a:ext cx="5607050" cy="937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What is community detection ?</a:t>
          </a:r>
        </a:p>
      </dsp:txBody>
      <dsp:txXfrm>
        <a:off x="0" y="376"/>
        <a:ext cx="5607050" cy="937158"/>
      </dsp:txXfrm>
    </dsp:sp>
    <dsp:sp modelId="{6303D8F3-AF5D-4BA5-91AE-91C28193FD20}">
      <dsp:nvSpPr>
        <dsp:cNvPr id="0" name=""/>
        <dsp:cNvSpPr/>
      </dsp:nvSpPr>
      <dsp:spPr>
        <a:xfrm>
          <a:off x="0" y="937534"/>
          <a:ext cx="5607050" cy="0"/>
        </a:xfrm>
        <a:prstGeom prst="line">
          <a:avLst/>
        </a:prstGeom>
        <a:gradFill rotWithShape="0">
          <a:gsLst>
            <a:gs pos="0">
              <a:schemeClr val="accent2">
                <a:hueOff val="-2587972"/>
                <a:satOff val="11465"/>
                <a:lumOff val="-4216"/>
                <a:alphaOff val="0"/>
                <a:tint val="97000"/>
                <a:satMod val="100000"/>
                <a:lumMod val="102000"/>
              </a:schemeClr>
            </a:gs>
            <a:gs pos="50000">
              <a:schemeClr val="accent2">
                <a:hueOff val="-2587972"/>
                <a:satOff val="11465"/>
                <a:lumOff val="-4216"/>
                <a:alphaOff val="0"/>
                <a:shade val="100000"/>
                <a:satMod val="103000"/>
                <a:lumMod val="100000"/>
              </a:schemeClr>
            </a:gs>
            <a:gs pos="100000">
              <a:schemeClr val="accent2">
                <a:hueOff val="-2587972"/>
                <a:satOff val="11465"/>
                <a:lumOff val="-4216"/>
                <a:alphaOff val="0"/>
                <a:shade val="93000"/>
                <a:satMod val="110000"/>
                <a:lumMod val="99000"/>
              </a:schemeClr>
            </a:gs>
          </a:gsLst>
          <a:lin ang="5400000" scaled="0"/>
        </a:gradFill>
        <a:ln w="6350" cap="flat" cmpd="sng" algn="ctr">
          <a:solidFill>
            <a:schemeClr val="accent2">
              <a:hueOff val="-2587972"/>
              <a:satOff val="11465"/>
              <a:lumOff val="-421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74F8184-69CD-49C0-AD22-07D85F080494}">
      <dsp:nvSpPr>
        <dsp:cNvPr id="0" name=""/>
        <dsp:cNvSpPr/>
      </dsp:nvSpPr>
      <dsp:spPr>
        <a:xfrm>
          <a:off x="0" y="937534"/>
          <a:ext cx="5601574" cy="1178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What is the importance of community ?</a:t>
          </a:r>
        </a:p>
      </dsp:txBody>
      <dsp:txXfrm>
        <a:off x="0" y="937534"/>
        <a:ext cx="5601574" cy="1178214"/>
      </dsp:txXfrm>
    </dsp:sp>
    <dsp:sp modelId="{3340B4DE-2021-4D42-986A-0F0E776A8B1D}">
      <dsp:nvSpPr>
        <dsp:cNvPr id="0" name=""/>
        <dsp:cNvSpPr/>
      </dsp:nvSpPr>
      <dsp:spPr>
        <a:xfrm>
          <a:off x="0" y="2115748"/>
          <a:ext cx="5607050" cy="0"/>
        </a:xfrm>
        <a:prstGeom prst="line">
          <a:avLst/>
        </a:prstGeom>
        <a:gradFill rotWithShape="0">
          <a:gsLst>
            <a:gs pos="0">
              <a:schemeClr val="accent2">
                <a:hueOff val="-5175944"/>
                <a:satOff val="22930"/>
                <a:lumOff val="-8432"/>
                <a:alphaOff val="0"/>
                <a:tint val="97000"/>
                <a:satMod val="100000"/>
                <a:lumMod val="102000"/>
              </a:schemeClr>
            </a:gs>
            <a:gs pos="50000">
              <a:schemeClr val="accent2">
                <a:hueOff val="-5175944"/>
                <a:satOff val="22930"/>
                <a:lumOff val="-8432"/>
                <a:alphaOff val="0"/>
                <a:shade val="100000"/>
                <a:satMod val="103000"/>
                <a:lumMod val="100000"/>
              </a:schemeClr>
            </a:gs>
            <a:gs pos="100000">
              <a:schemeClr val="accent2">
                <a:hueOff val="-5175944"/>
                <a:satOff val="22930"/>
                <a:lumOff val="-8432"/>
                <a:alphaOff val="0"/>
                <a:shade val="93000"/>
                <a:satMod val="110000"/>
                <a:lumMod val="99000"/>
              </a:schemeClr>
            </a:gs>
          </a:gsLst>
          <a:lin ang="5400000" scaled="0"/>
        </a:gradFill>
        <a:ln w="6350" cap="flat" cmpd="sng" algn="ctr">
          <a:solidFill>
            <a:schemeClr val="accent2">
              <a:hueOff val="-5175944"/>
              <a:satOff val="22930"/>
              <a:lumOff val="-843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8CC52A0-FFBC-4C5B-B92A-72865C69FF23}">
      <dsp:nvSpPr>
        <dsp:cNvPr id="0" name=""/>
        <dsp:cNvSpPr/>
      </dsp:nvSpPr>
      <dsp:spPr>
        <a:xfrm>
          <a:off x="0" y="2115748"/>
          <a:ext cx="5607050" cy="937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Community </a:t>
          </a:r>
          <a:r>
            <a:rPr lang="en-US" sz="3000" kern="1200" dirty="0"/>
            <a:t>Detection application</a:t>
          </a:r>
        </a:p>
      </dsp:txBody>
      <dsp:txXfrm>
        <a:off x="0" y="2115748"/>
        <a:ext cx="5607050" cy="937158"/>
      </dsp:txXfrm>
    </dsp:sp>
    <dsp:sp modelId="{55BD35A4-4E6B-4586-8FE3-CA10FB8D9F22}">
      <dsp:nvSpPr>
        <dsp:cNvPr id="0" name=""/>
        <dsp:cNvSpPr/>
      </dsp:nvSpPr>
      <dsp:spPr>
        <a:xfrm>
          <a:off x="0" y="3052907"/>
          <a:ext cx="5607050" cy="0"/>
        </a:xfrm>
        <a:prstGeom prst="line">
          <a:avLst/>
        </a:prstGeom>
        <a:gradFill rotWithShape="0">
          <a:gsLst>
            <a:gs pos="0">
              <a:schemeClr val="accent2">
                <a:hueOff val="-7763915"/>
                <a:satOff val="34394"/>
                <a:lumOff val="-12648"/>
                <a:alphaOff val="0"/>
                <a:tint val="97000"/>
                <a:satMod val="100000"/>
                <a:lumMod val="102000"/>
              </a:schemeClr>
            </a:gs>
            <a:gs pos="50000">
              <a:schemeClr val="accent2">
                <a:hueOff val="-7763915"/>
                <a:satOff val="34394"/>
                <a:lumOff val="-12648"/>
                <a:alphaOff val="0"/>
                <a:shade val="100000"/>
                <a:satMod val="103000"/>
                <a:lumMod val="100000"/>
              </a:schemeClr>
            </a:gs>
            <a:gs pos="100000">
              <a:schemeClr val="accent2">
                <a:hueOff val="-7763915"/>
                <a:satOff val="34394"/>
                <a:lumOff val="-12648"/>
                <a:alphaOff val="0"/>
                <a:shade val="93000"/>
                <a:satMod val="110000"/>
                <a:lumMod val="99000"/>
              </a:schemeClr>
            </a:gs>
          </a:gsLst>
          <a:lin ang="5400000" scaled="0"/>
        </a:gradFill>
        <a:ln w="6350" cap="flat" cmpd="sng" algn="ctr">
          <a:solidFill>
            <a:schemeClr val="accent2">
              <a:hueOff val="-7763915"/>
              <a:satOff val="34394"/>
              <a:lumOff val="-1264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F818F45-051A-48B8-BC89-3AA985D23537}">
      <dsp:nvSpPr>
        <dsp:cNvPr id="0" name=""/>
        <dsp:cNvSpPr/>
      </dsp:nvSpPr>
      <dsp:spPr>
        <a:xfrm>
          <a:off x="0" y="3052907"/>
          <a:ext cx="5607050" cy="937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Problem statement </a:t>
          </a:r>
        </a:p>
      </dsp:txBody>
      <dsp:txXfrm>
        <a:off x="0" y="3052907"/>
        <a:ext cx="5607050" cy="937158"/>
      </dsp:txXfrm>
    </dsp:sp>
    <dsp:sp modelId="{83588044-4B08-44B1-A6E4-8D606026AED3}">
      <dsp:nvSpPr>
        <dsp:cNvPr id="0" name=""/>
        <dsp:cNvSpPr/>
      </dsp:nvSpPr>
      <dsp:spPr>
        <a:xfrm>
          <a:off x="0" y="3990065"/>
          <a:ext cx="5607050" cy="0"/>
        </a:xfrm>
        <a:prstGeom prst="line">
          <a:avLst/>
        </a:prstGeom>
        <a:gradFill rotWithShape="0">
          <a:gsLst>
            <a:gs pos="0">
              <a:schemeClr val="accent2">
                <a:hueOff val="-10351888"/>
                <a:satOff val="45859"/>
                <a:lumOff val="-16864"/>
                <a:alphaOff val="0"/>
                <a:tint val="97000"/>
                <a:satMod val="100000"/>
                <a:lumMod val="102000"/>
              </a:schemeClr>
            </a:gs>
            <a:gs pos="50000">
              <a:schemeClr val="accent2">
                <a:hueOff val="-10351888"/>
                <a:satOff val="45859"/>
                <a:lumOff val="-16864"/>
                <a:alphaOff val="0"/>
                <a:shade val="100000"/>
                <a:satMod val="103000"/>
                <a:lumMod val="100000"/>
              </a:schemeClr>
            </a:gs>
            <a:gs pos="100000">
              <a:schemeClr val="accent2">
                <a:hueOff val="-10351888"/>
                <a:satOff val="45859"/>
                <a:lumOff val="-16864"/>
                <a:alphaOff val="0"/>
                <a:shade val="93000"/>
                <a:satMod val="110000"/>
                <a:lumMod val="99000"/>
              </a:schemeClr>
            </a:gs>
          </a:gsLst>
          <a:lin ang="5400000" scaled="0"/>
        </a:gradFill>
        <a:ln w="6350" cap="flat" cmpd="sng" algn="ctr">
          <a:solidFill>
            <a:schemeClr val="accent2">
              <a:hueOff val="-10351888"/>
              <a:satOff val="45859"/>
              <a:lumOff val="-1686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F349CD9-9B6D-4221-AA7C-9011DC00DFAE}">
      <dsp:nvSpPr>
        <dsp:cNvPr id="0" name=""/>
        <dsp:cNvSpPr/>
      </dsp:nvSpPr>
      <dsp:spPr>
        <a:xfrm>
          <a:off x="0" y="3990065"/>
          <a:ext cx="5607050" cy="937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Aim and objective</a:t>
          </a:r>
        </a:p>
      </dsp:txBody>
      <dsp:txXfrm>
        <a:off x="0" y="3990065"/>
        <a:ext cx="5607050" cy="9371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872E3-4197-491C-B75F-C663B49540ED}">
      <dsp:nvSpPr>
        <dsp:cNvPr id="0" name=""/>
        <dsp:cNvSpPr/>
      </dsp:nvSpPr>
      <dsp:spPr>
        <a:xfrm>
          <a:off x="0" y="2402"/>
          <a:ext cx="480493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3D0DAD-44C8-44A3-AD1F-51EB9217E234}">
      <dsp:nvSpPr>
        <dsp:cNvPr id="0" name=""/>
        <dsp:cNvSpPr/>
      </dsp:nvSpPr>
      <dsp:spPr>
        <a:xfrm>
          <a:off x="0" y="2402"/>
          <a:ext cx="4804931" cy="163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Subset of nodes of  V such that the are more edges inside the community (real world network such as internet, social network , etc.)</a:t>
          </a:r>
        </a:p>
      </dsp:txBody>
      <dsp:txXfrm>
        <a:off x="0" y="2402"/>
        <a:ext cx="4804931" cy="1638336"/>
      </dsp:txXfrm>
    </dsp:sp>
    <dsp:sp modelId="{3F42B0B1-8040-4452-AC6D-1852C2AD17B1}">
      <dsp:nvSpPr>
        <dsp:cNvPr id="0" name=""/>
        <dsp:cNvSpPr/>
      </dsp:nvSpPr>
      <dsp:spPr>
        <a:xfrm>
          <a:off x="0" y="1640739"/>
          <a:ext cx="480493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3DD03E-151B-4235-9B5E-71692F20509B}">
      <dsp:nvSpPr>
        <dsp:cNvPr id="0" name=""/>
        <dsp:cNvSpPr/>
      </dsp:nvSpPr>
      <dsp:spPr>
        <a:xfrm>
          <a:off x="0" y="1640739"/>
          <a:ext cx="4804931" cy="163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Are Entities which interact with one another in a mutual relationship which may have things in common or activities.</a:t>
          </a:r>
        </a:p>
      </dsp:txBody>
      <dsp:txXfrm>
        <a:off x="0" y="1640739"/>
        <a:ext cx="4804931" cy="1638336"/>
      </dsp:txXfrm>
    </dsp:sp>
    <dsp:sp modelId="{829460ED-848A-4548-843A-8E40BDF986A7}">
      <dsp:nvSpPr>
        <dsp:cNvPr id="0" name=""/>
        <dsp:cNvSpPr/>
      </dsp:nvSpPr>
      <dsp:spPr>
        <a:xfrm>
          <a:off x="0" y="3279075"/>
          <a:ext cx="480493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765563-13A3-42B7-8235-CBE62E756DCE}">
      <dsp:nvSpPr>
        <dsp:cNvPr id="0" name=""/>
        <dsp:cNvSpPr/>
      </dsp:nvSpPr>
      <dsp:spPr>
        <a:xfrm>
          <a:off x="0" y="3279075"/>
          <a:ext cx="4804931" cy="163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By Understanding these groups helps us see how people or things are connected and how they interact with one another.</a:t>
          </a:r>
        </a:p>
      </dsp:txBody>
      <dsp:txXfrm>
        <a:off x="0" y="3279075"/>
        <a:ext cx="4804931" cy="16383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3C5038-F331-46EB-BE97-23425A4DB979}">
      <dsp:nvSpPr>
        <dsp:cNvPr id="0" name=""/>
        <dsp:cNvSpPr/>
      </dsp:nvSpPr>
      <dsp:spPr>
        <a:xfrm>
          <a:off x="0" y="1586"/>
          <a:ext cx="5796196" cy="804066"/>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9A0810-0540-420B-ABB6-BAE5100382BF}">
      <dsp:nvSpPr>
        <dsp:cNvPr id="0" name=""/>
        <dsp:cNvSpPr/>
      </dsp:nvSpPr>
      <dsp:spPr>
        <a:xfrm>
          <a:off x="243230" y="182501"/>
          <a:ext cx="442236" cy="442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F4D37-50B2-4ECA-AC42-321B1C145AE2}">
      <dsp:nvSpPr>
        <dsp:cNvPr id="0" name=""/>
        <dsp:cNvSpPr/>
      </dsp:nvSpPr>
      <dsp:spPr>
        <a:xfrm>
          <a:off x="928697" y="1586"/>
          <a:ext cx="4867499" cy="8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97" tIns="85097" rIns="85097" bIns="85097" numCol="1" spcCol="1270" anchor="ctr" anchorCtr="0">
          <a:noAutofit/>
        </a:bodyPr>
        <a:lstStyle/>
        <a:p>
          <a:pPr marL="0" lvl="0" indent="0" algn="l" defTabSz="666750">
            <a:lnSpc>
              <a:spcPct val="100000"/>
            </a:lnSpc>
            <a:spcBef>
              <a:spcPct val="0"/>
            </a:spcBef>
            <a:spcAft>
              <a:spcPct val="35000"/>
            </a:spcAft>
            <a:buNone/>
          </a:pPr>
          <a:r>
            <a:rPr lang="en-GB" sz="1500" kern="1200" dirty="0"/>
            <a:t>Is a mathematical framework used to study the structure and properties of networks or graph.</a:t>
          </a:r>
          <a:endParaRPr lang="en-US" sz="1500" kern="1200" dirty="0"/>
        </a:p>
      </dsp:txBody>
      <dsp:txXfrm>
        <a:off x="928697" y="1586"/>
        <a:ext cx="4867499" cy="804066"/>
      </dsp:txXfrm>
    </dsp:sp>
    <dsp:sp modelId="{EBCE6B0D-53A3-4D61-9F7F-F7BB96633A55}">
      <dsp:nvSpPr>
        <dsp:cNvPr id="0" name=""/>
        <dsp:cNvSpPr/>
      </dsp:nvSpPr>
      <dsp:spPr>
        <a:xfrm>
          <a:off x="0" y="1006670"/>
          <a:ext cx="5796196" cy="804066"/>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5F40D3-A6D4-4005-9A18-DE95E2E0704A}">
      <dsp:nvSpPr>
        <dsp:cNvPr id="0" name=""/>
        <dsp:cNvSpPr/>
      </dsp:nvSpPr>
      <dsp:spPr>
        <a:xfrm>
          <a:off x="243230" y="1187585"/>
          <a:ext cx="442236" cy="442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22040D-F3DD-4D55-988A-3E4DAAAD883F}">
      <dsp:nvSpPr>
        <dsp:cNvPr id="0" name=""/>
        <dsp:cNvSpPr/>
      </dsp:nvSpPr>
      <dsp:spPr>
        <a:xfrm>
          <a:off x="928697" y="1006670"/>
          <a:ext cx="4867499" cy="8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97" tIns="85097" rIns="85097" bIns="85097" numCol="1" spcCol="1270" anchor="ctr" anchorCtr="0">
          <a:noAutofit/>
        </a:bodyPr>
        <a:lstStyle/>
        <a:p>
          <a:pPr marL="0" lvl="0" indent="0" algn="l" defTabSz="666750">
            <a:lnSpc>
              <a:spcPct val="100000"/>
            </a:lnSpc>
            <a:spcBef>
              <a:spcPct val="0"/>
            </a:spcBef>
            <a:spcAft>
              <a:spcPct val="35000"/>
            </a:spcAft>
            <a:buNone/>
          </a:pPr>
          <a:r>
            <a:rPr lang="en-GB" sz="1500" b="1" kern="1200" dirty="0"/>
            <a:t>Graph G=(V,E) </a:t>
          </a:r>
          <a:r>
            <a:rPr lang="en-GB" sz="1500" kern="1200" dirty="0"/>
            <a:t>is a collection of nodes(vertex) that connected by edges. Graph may be directed or undirected.</a:t>
          </a:r>
          <a:endParaRPr lang="en-US" sz="1500" kern="1200" dirty="0"/>
        </a:p>
      </dsp:txBody>
      <dsp:txXfrm>
        <a:off x="928697" y="1006670"/>
        <a:ext cx="4867499" cy="804066"/>
      </dsp:txXfrm>
    </dsp:sp>
    <dsp:sp modelId="{3A9484F3-4529-4E4E-98AF-C558AE01CEC9}">
      <dsp:nvSpPr>
        <dsp:cNvPr id="0" name=""/>
        <dsp:cNvSpPr/>
      </dsp:nvSpPr>
      <dsp:spPr>
        <a:xfrm>
          <a:off x="0" y="2011753"/>
          <a:ext cx="5796196" cy="804066"/>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912AB4-7257-411F-B4E8-81F2804500F3}">
      <dsp:nvSpPr>
        <dsp:cNvPr id="0" name=""/>
        <dsp:cNvSpPr/>
      </dsp:nvSpPr>
      <dsp:spPr>
        <a:xfrm>
          <a:off x="243230" y="2192668"/>
          <a:ext cx="442236" cy="442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D2256E-1341-4A51-9C76-190DFC12003E}">
      <dsp:nvSpPr>
        <dsp:cNvPr id="0" name=""/>
        <dsp:cNvSpPr/>
      </dsp:nvSpPr>
      <dsp:spPr>
        <a:xfrm>
          <a:off x="928697" y="2011753"/>
          <a:ext cx="4867499" cy="8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97" tIns="85097" rIns="85097" bIns="85097" numCol="1" spcCol="1270" anchor="ctr" anchorCtr="0">
          <a:noAutofit/>
        </a:bodyPr>
        <a:lstStyle/>
        <a:p>
          <a:pPr marL="0" lvl="0" indent="0" algn="l" defTabSz="666750">
            <a:lnSpc>
              <a:spcPct val="100000"/>
            </a:lnSpc>
            <a:spcBef>
              <a:spcPct val="0"/>
            </a:spcBef>
            <a:spcAft>
              <a:spcPct val="35000"/>
            </a:spcAft>
            <a:buNone/>
          </a:pPr>
          <a:r>
            <a:rPr lang="en-GB" sz="1500" b="1" kern="1200" dirty="0"/>
            <a:t>Nodes( </a:t>
          </a:r>
          <a:r>
            <a:rPr lang="en-GB" sz="1500" kern="1200" dirty="0"/>
            <a:t>Vertices) is the interaction between two edges, nodes represent entities</a:t>
          </a:r>
          <a:endParaRPr lang="en-US" sz="1500" kern="1200" dirty="0"/>
        </a:p>
      </dsp:txBody>
      <dsp:txXfrm>
        <a:off x="928697" y="2011753"/>
        <a:ext cx="4867499" cy="804066"/>
      </dsp:txXfrm>
    </dsp:sp>
    <dsp:sp modelId="{3A228E89-18A3-4833-AA58-00206CBDC124}">
      <dsp:nvSpPr>
        <dsp:cNvPr id="0" name=""/>
        <dsp:cNvSpPr/>
      </dsp:nvSpPr>
      <dsp:spPr>
        <a:xfrm>
          <a:off x="0" y="3016837"/>
          <a:ext cx="5796196" cy="804066"/>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BFD932-4672-48EB-B545-F771191908AF}">
      <dsp:nvSpPr>
        <dsp:cNvPr id="0" name=""/>
        <dsp:cNvSpPr/>
      </dsp:nvSpPr>
      <dsp:spPr>
        <a:xfrm>
          <a:off x="243230" y="3197752"/>
          <a:ext cx="442236" cy="4422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1A80C0-7AA8-474A-8CDB-C4939545A412}">
      <dsp:nvSpPr>
        <dsp:cNvPr id="0" name=""/>
        <dsp:cNvSpPr/>
      </dsp:nvSpPr>
      <dsp:spPr>
        <a:xfrm>
          <a:off x="928697" y="3016837"/>
          <a:ext cx="4867499" cy="8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097" tIns="85097" rIns="85097" bIns="85097" numCol="1" spcCol="1270" anchor="ctr" anchorCtr="0">
          <a:noAutofit/>
        </a:bodyPr>
        <a:lstStyle/>
        <a:p>
          <a:pPr marL="0" lvl="0" indent="0" algn="l" defTabSz="666750">
            <a:lnSpc>
              <a:spcPct val="100000"/>
            </a:lnSpc>
            <a:spcBef>
              <a:spcPct val="0"/>
            </a:spcBef>
            <a:spcAft>
              <a:spcPct val="35000"/>
            </a:spcAft>
            <a:buNone/>
          </a:pPr>
          <a:r>
            <a:rPr lang="en-GB" sz="1500" b="1" kern="1200" dirty="0"/>
            <a:t>Edges(E) </a:t>
          </a:r>
          <a:r>
            <a:rPr lang="en-GB" sz="1500" kern="1200" dirty="0"/>
            <a:t>represent connection or relationship between nodes(vertices)</a:t>
          </a:r>
          <a:endParaRPr lang="en-US" sz="1500" kern="1200" dirty="0"/>
        </a:p>
      </dsp:txBody>
      <dsp:txXfrm>
        <a:off x="928697" y="3016837"/>
        <a:ext cx="4867499" cy="8040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C9D68-8DB7-47DF-992F-52F70C525BFC}">
      <dsp:nvSpPr>
        <dsp:cNvPr id="0" name=""/>
        <dsp:cNvSpPr/>
      </dsp:nvSpPr>
      <dsp:spPr>
        <a:xfrm>
          <a:off x="0" y="505009"/>
          <a:ext cx="10261599" cy="9323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2ABDF0-5AB0-48A4-B5B1-B0509516249D}">
      <dsp:nvSpPr>
        <dsp:cNvPr id="0" name=""/>
        <dsp:cNvSpPr/>
      </dsp:nvSpPr>
      <dsp:spPr>
        <a:xfrm>
          <a:off x="282028" y="714782"/>
          <a:ext cx="512778" cy="5127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8268E3-2643-4945-A9EB-2611C263CEB7}">
      <dsp:nvSpPr>
        <dsp:cNvPr id="0" name=""/>
        <dsp:cNvSpPr/>
      </dsp:nvSpPr>
      <dsp:spPr>
        <a:xfrm>
          <a:off x="1076834" y="505009"/>
          <a:ext cx="9184765" cy="932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71" tIns="98671" rIns="98671" bIns="98671" numCol="1" spcCol="1270" anchor="ctr" anchorCtr="0">
          <a:noAutofit/>
        </a:bodyPr>
        <a:lstStyle/>
        <a:p>
          <a:pPr marL="0" lvl="0" indent="0" algn="l" defTabSz="1066800">
            <a:lnSpc>
              <a:spcPct val="100000"/>
            </a:lnSpc>
            <a:spcBef>
              <a:spcPct val="0"/>
            </a:spcBef>
            <a:spcAft>
              <a:spcPct val="35000"/>
            </a:spcAft>
            <a:buNone/>
          </a:pPr>
          <a:r>
            <a:rPr lang="en-US" sz="2400" kern="1200" dirty="0"/>
            <a:t>We want to detect how many communities were created and how does it affect the SNA</a:t>
          </a:r>
        </a:p>
      </dsp:txBody>
      <dsp:txXfrm>
        <a:off x="1076834" y="505009"/>
        <a:ext cx="9184765" cy="932324"/>
      </dsp:txXfrm>
    </dsp:sp>
    <dsp:sp modelId="{BE9A2C64-7D92-4339-A990-78C4D4D728BF}">
      <dsp:nvSpPr>
        <dsp:cNvPr id="0" name=""/>
        <dsp:cNvSpPr/>
      </dsp:nvSpPr>
      <dsp:spPr>
        <a:xfrm>
          <a:off x="0" y="1670414"/>
          <a:ext cx="10261599" cy="9323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AF663E-18DA-49B1-9BA1-C7F8E30B3C1A}">
      <dsp:nvSpPr>
        <dsp:cNvPr id="0" name=""/>
        <dsp:cNvSpPr/>
      </dsp:nvSpPr>
      <dsp:spPr>
        <a:xfrm>
          <a:off x="282028" y="1880187"/>
          <a:ext cx="512778" cy="5127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D10B77-6C58-46F0-A54E-4D343DA2AEBE}">
      <dsp:nvSpPr>
        <dsp:cNvPr id="0" name=""/>
        <dsp:cNvSpPr/>
      </dsp:nvSpPr>
      <dsp:spPr>
        <a:xfrm>
          <a:off x="1076834" y="1670414"/>
          <a:ext cx="9184765" cy="932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71" tIns="98671" rIns="98671" bIns="98671" numCol="1" spcCol="1270" anchor="ctr" anchorCtr="0">
          <a:noAutofit/>
        </a:bodyPr>
        <a:lstStyle/>
        <a:p>
          <a:pPr marL="0" lvl="0" indent="0" algn="l" defTabSz="1066800">
            <a:lnSpc>
              <a:spcPct val="100000"/>
            </a:lnSpc>
            <a:spcBef>
              <a:spcPct val="0"/>
            </a:spcBef>
            <a:spcAft>
              <a:spcPct val="35000"/>
            </a:spcAft>
            <a:buNone/>
          </a:pPr>
          <a:r>
            <a:rPr lang="en-ZA" sz="2400" kern="1200"/>
            <a:t>To find the best community detection algorithms that works better between Spectral-clustering, Girvan-Newman and Louvain algorithm.</a:t>
          </a:r>
          <a:endParaRPr lang="en-US" sz="2400" kern="1200"/>
        </a:p>
      </dsp:txBody>
      <dsp:txXfrm>
        <a:off x="1076834" y="1670414"/>
        <a:ext cx="9184765" cy="93232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30ABC1-F65B-4A71-929B-348677D720AD}" type="datetimeFigureOut">
              <a:rPr lang="en-ZA" smtClean="0"/>
              <a:t>2026/03/05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9C2D8-58F0-4010-8FA0-43A24C3C21A8}" type="slidenum">
              <a:rPr lang="en-ZA" smtClean="0"/>
              <a:t>‹#›</a:t>
            </a:fld>
            <a:endParaRPr lang="en-ZA"/>
          </a:p>
        </p:txBody>
      </p:sp>
    </p:spTree>
    <p:extLst>
      <p:ext uri="{BB962C8B-B14F-4D97-AF65-F5344CB8AC3E}">
        <p14:creationId xmlns:p14="http://schemas.microsoft.com/office/powerpoint/2010/main" val="2069898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F729C2D8-58F0-4010-8FA0-43A24C3C21A8}" type="slidenum">
              <a:rPr lang="en-ZA" smtClean="0"/>
              <a:t>1</a:t>
            </a:fld>
            <a:endParaRPr lang="en-ZA"/>
          </a:p>
        </p:txBody>
      </p:sp>
    </p:spTree>
    <p:extLst>
      <p:ext uri="{BB962C8B-B14F-4D97-AF65-F5344CB8AC3E}">
        <p14:creationId xmlns:p14="http://schemas.microsoft.com/office/powerpoint/2010/main" val="1881462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4251DF60-464C-4BD4-8D0A-3624F70F8F0E}"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4BAB4CA8-F650-4055-9541-1E017D8B8873}" type="slidenum">
              <a:rPr lang="en-ZA" smtClean="0"/>
              <a:pPr/>
              <a:t>‹#›</a:t>
            </a:fld>
            <a:endParaRPr lang="en-ZA" dirty="0"/>
          </a:p>
        </p:txBody>
      </p:sp>
    </p:spTree>
    <p:extLst>
      <p:ext uri="{BB962C8B-B14F-4D97-AF65-F5344CB8AC3E}">
        <p14:creationId xmlns:p14="http://schemas.microsoft.com/office/powerpoint/2010/main" val="9695056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AD394A7-1302-450B-95EB-FFC37E100C94}"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FCDC5D13-0321-4383-81EA-F2073319DF27}" type="slidenum">
              <a:rPr lang="en-ZA" smtClean="0"/>
              <a:pPr/>
              <a:t>‹#›</a:t>
            </a:fld>
            <a:endParaRPr lang="en-ZA" dirty="0"/>
          </a:p>
        </p:txBody>
      </p:sp>
      <p:pic>
        <p:nvPicPr>
          <p:cNvPr id="4" name="Picture 3">
            <a:extLst>
              <a:ext uri="{FF2B5EF4-FFF2-40B4-BE49-F238E27FC236}">
                <a16:creationId xmlns:a16="http://schemas.microsoft.com/office/drawing/2014/main" id="{66CB232F-2250-E4C4-195E-F3560E7BCF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366845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E5EA8D51-1E9B-4081-9BDD-D3361D3886B9}"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FCDC5D13-0321-4383-81EA-F2073319DF27}" type="slidenum">
              <a:rPr lang="en-ZA" smtClean="0"/>
              <a:pPr/>
              <a:t>‹#›</a:t>
            </a:fld>
            <a:endParaRPr lang="en-ZA" dirty="0"/>
          </a:p>
        </p:txBody>
      </p:sp>
      <p:pic>
        <p:nvPicPr>
          <p:cNvPr id="4" name="Picture 3">
            <a:extLst>
              <a:ext uri="{FF2B5EF4-FFF2-40B4-BE49-F238E27FC236}">
                <a16:creationId xmlns:a16="http://schemas.microsoft.com/office/drawing/2014/main" id="{5ACB06A3-EED8-C95F-F1C4-53C9C03D9B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12026295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11E5B0A7-0E05-4A59-9704-66249F2DB4B6}" type="datetime3">
              <a:rPr lang="en-ZA" smtClean="0"/>
              <a:t>5 March 2026</a:t>
            </a:fld>
            <a:endParaRPr lang="en-ZA" dirty="0"/>
          </a:p>
        </p:txBody>
      </p:sp>
      <p:sp>
        <p:nvSpPr>
          <p:cNvPr id="9" name="Footer Placeholder 8"/>
          <p:cNvSpPr>
            <a:spLocks noGrp="1"/>
          </p:cNvSpPr>
          <p:nvPr>
            <p:ph type="ftr" sz="quarter" idx="11"/>
          </p:nvPr>
        </p:nvSpPr>
        <p:spPr/>
        <p:txBody>
          <a:bodyPr/>
          <a:lstStyle/>
          <a:p>
            <a:endParaRPr lang="en-ZA"/>
          </a:p>
          <a:p>
            <a:r>
              <a:rPr lang="en-ZA"/>
              <a:t>Department of Mathematics &amp; Physics</a:t>
            </a:r>
            <a:endParaRPr lang="en-ZA" dirty="0"/>
          </a:p>
        </p:txBody>
      </p:sp>
      <p:sp>
        <p:nvSpPr>
          <p:cNvPr id="10" name="Slide Number Placeholder 9"/>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50B5FE7E-C4E7-FA4A-48C0-8031EC9356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228555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63242D48-62C4-4B3C-ABE0-5DCF990D9E2D}"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FCDC5D13-0321-4383-81EA-F2073319DF27}" type="slidenum">
              <a:rPr lang="en-ZA" smtClean="0"/>
              <a:pPr/>
              <a:t>‹#›</a:t>
            </a:fld>
            <a:endParaRPr lang="en-ZA"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51284920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F166AD8-C202-41FF-A62D-A144727F6E0D}" type="datetime3">
              <a:rPr lang="en-ZA" smtClean="0"/>
              <a:t>5 March 2026</a:t>
            </a:fld>
            <a:endParaRPr lang="en-ZA" dirty="0"/>
          </a:p>
        </p:txBody>
      </p:sp>
      <p:sp>
        <p:nvSpPr>
          <p:cNvPr id="4" name="Footer Placeholder 3"/>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a:t>
            </a:fld>
            <a:endParaRPr lang="en-ZA" dirty="0"/>
          </a:p>
        </p:txBody>
      </p:sp>
      <p:pic>
        <p:nvPicPr>
          <p:cNvPr id="6" name="Picture 5">
            <a:extLst>
              <a:ext uri="{FF2B5EF4-FFF2-40B4-BE49-F238E27FC236}">
                <a16:creationId xmlns:a16="http://schemas.microsoft.com/office/drawing/2014/main" id="{446B13D0-DDAE-17D8-C53B-FFE26702B6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339649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7B257D61-2380-6894-56D0-872B38CEE6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3515645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0CE222A4-F6FA-4A8C-B835-174C86BB7792}" type="datetime3">
              <a:rPr lang="en-ZA" smtClean="0"/>
              <a:t>5 March 2026</a:t>
            </a:fld>
            <a:endParaRPr lang="en-ZA"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ZA"/>
          </a:p>
          <a:p>
            <a:r>
              <a:rPr lang="en-ZA"/>
              <a:t>Department of Mathematics &amp; Physics</a:t>
            </a:r>
            <a:endParaRPr lang="en-ZA" dirty="0"/>
          </a:p>
        </p:txBody>
      </p:sp>
      <p:sp>
        <p:nvSpPr>
          <p:cNvPr id="11" name="Slide Number Placeholder 10"/>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7636F17D-13C2-E303-986A-A5D3296173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34297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D0E48FF-BE5F-402F-88D0-0E42A85B39E9}" type="datetime3">
              <a:rPr lang="en-ZA" smtClean="0"/>
              <a:t>5 March 2026</a:t>
            </a:fld>
            <a:endParaRPr lang="en-ZA"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ZA"/>
          </a:p>
          <a:p>
            <a:r>
              <a:rPr lang="en-ZA"/>
              <a:t>Department of Mathematics &amp; Physics</a:t>
            </a:r>
            <a:endParaRPr lang="en-ZA" dirty="0"/>
          </a:p>
        </p:txBody>
      </p:sp>
      <p:sp>
        <p:nvSpPr>
          <p:cNvPr id="10" name="Slide Number Placeholder 9"/>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15EBFED1-68C1-23BA-AEAF-BEF3BC1A5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648068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FF3A4F-CABF-4398-994B-8C345006B0B3}"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D75C489A-9B8F-E554-16F4-FB65BFEEB0E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405926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0FC908-19E6-4536-8040-5F510F63B829}"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B3E95F8A-7D36-9A85-86FE-2748580B97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4151604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3242D48-62C4-4B3C-ABE0-5DCF990D9E2D}" type="datetime3">
              <a:rPr lang="en-ZA" smtClean="0"/>
              <a:t>5 March 2026</a:t>
            </a:fld>
            <a:endParaRPr lang="en-ZA"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ZA"/>
          </a:p>
          <a:p>
            <a:r>
              <a:rPr lang="en-ZA"/>
              <a:t>Department of Mathematics &amp; Physics</a:t>
            </a:r>
            <a:endParaRPr lang="en-ZA"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3700276E-B8E6-3CB8-AD8C-941244DC3DD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769100" y="6294437"/>
            <a:ext cx="1955800" cy="488950"/>
          </a:xfrm>
          <a:prstGeom prst="rect">
            <a:avLst/>
          </a:prstGeom>
        </p:spPr>
      </p:pic>
    </p:spTree>
    <p:extLst>
      <p:ext uri="{BB962C8B-B14F-4D97-AF65-F5344CB8AC3E}">
        <p14:creationId xmlns:p14="http://schemas.microsoft.com/office/powerpoint/2010/main" val="348728220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2.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itle 9"/>
          <p:cNvSpPr>
            <a:spLocks noGrp="1"/>
          </p:cNvSpPr>
          <p:nvPr>
            <p:ph type="ctrTitle"/>
          </p:nvPr>
        </p:nvSpPr>
        <p:spPr>
          <a:xfrm>
            <a:off x="643468" y="820010"/>
            <a:ext cx="3415288" cy="3212654"/>
          </a:xfrm>
          <a:noFill/>
          <a:ln>
            <a:solidFill>
              <a:schemeClr val="bg1"/>
            </a:solidFill>
          </a:ln>
        </p:spPr>
        <p:txBody>
          <a:bodyPr>
            <a:normAutofit/>
          </a:bodyPr>
          <a:lstStyle/>
          <a:p>
            <a:r>
              <a:rPr lang="en-US" sz="3200">
                <a:solidFill>
                  <a:schemeClr val="bg1"/>
                </a:solidFill>
              </a:rPr>
              <a:t>Community detection in social media</a:t>
            </a:r>
            <a:endParaRPr lang="en-ZA" sz="3200">
              <a:solidFill>
                <a:schemeClr val="bg1"/>
              </a:solidFill>
            </a:endParaRPr>
          </a:p>
        </p:txBody>
      </p:sp>
      <p:sp>
        <p:nvSpPr>
          <p:cNvPr id="11" name="Subtitle 10"/>
          <p:cNvSpPr>
            <a:spLocks noGrp="1"/>
          </p:cNvSpPr>
          <p:nvPr>
            <p:ph type="subTitle" idx="1"/>
          </p:nvPr>
        </p:nvSpPr>
        <p:spPr>
          <a:xfrm>
            <a:off x="699777" y="4352544"/>
            <a:ext cx="3415288" cy="1239894"/>
          </a:xfrm>
        </p:spPr>
        <p:txBody>
          <a:bodyPr>
            <a:normAutofit/>
          </a:bodyPr>
          <a:lstStyle/>
          <a:p>
            <a:pPr>
              <a:lnSpc>
                <a:spcPct val="90000"/>
              </a:lnSpc>
            </a:pPr>
            <a:r>
              <a:rPr lang="en-US">
                <a:solidFill>
                  <a:schemeClr val="bg1"/>
                </a:solidFill>
              </a:rPr>
              <a:t>Name: Mkhonto Hendry mike</a:t>
            </a:r>
          </a:p>
          <a:p>
            <a:pPr>
              <a:lnSpc>
                <a:spcPct val="90000"/>
              </a:lnSpc>
            </a:pPr>
            <a:r>
              <a:rPr lang="en-US">
                <a:solidFill>
                  <a:schemeClr val="bg1"/>
                </a:solidFill>
              </a:rPr>
              <a:t>Student number: 221026908</a:t>
            </a:r>
          </a:p>
          <a:p>
            <a:pPr>
              <a:lnSpc>
                <a:spcPct val="90000"/>
              </a:lnSpc>
            </a:pPr>
            <a:r>
              <a:rPr lang="en-US">
                <a:solidFill>
                  <a:schemeClr val="bg1"/>
                </a:solidFill>
              </a:rPr>
              <a:t>Supervisor: Dr vodka</a:t>
            </a:r>
            <a:endParaRPr lang="en-ZA" dirty="0">
              <a:solidFill>
                <a:schemeClr val="bg1"/>
              </a:solidFill>
            </a:endParaRPr>
          </a:p>
        </p:txBody>
      </p:sp>
      <p:sp>
        <p:nvSpPr>
          <p:cNvPr id="15" name="Date Placeholder 14"/>
          <p:cNvSpPr>
            <a:spLocks noGrp="1"/>
          </p:cNvSpPr>
          <p:nvPr>
            <p:ph type="dt" sz="half" idx="10"/>
          </p:nvPr>
        </p:nvSpPr>
        <p:spPr>
          <a:xfrm>
            <a:off x="699777" y="6238816"/>
            <a:ext cx="2753746" cy="323968"/>
          </a:xfrm>
        </p:spPr>
        <p:txBody>
          <a:bodyPr>
            <a:normAutofit/>
          </a:bodyPr>
          <a:lstStyle/>
          <a:p>
            <a:pPr algn="l">
              <a:spcAft>
                <a:spcPts val="600"/>
              </a:spcAft>
            </a:pPr>
            <a:fld id="{A4AF0AD1-B766-432B-BF86-45FD7A2A5449}" type="datetime3">
              <a:rPr lang="en-ZA" smtClean="0">
                <a:solidFill>
                  <a:schemeClr val="bg1">
                    <a:alpha val="70000"/>
                  </a:schemeClr>
                </a:solidFill>
              </a:rPr>
              <a:pPr algn="l">
                <a:spcAft>
                  <a:spcPts val="600"/>
                </a:spcAft>
              </a:pPr>
              <a:t>5 March 2026</a:t>
            </a:fld>
            <a:endParaRPr lang="en-ZA">
              <a:solidFill>
                <a:schemeClr val="bg1">
                  <a:alpha val="70000"/>
                </a:schemeClr>
              </a:solidFill>
            </a:endParaRPr>
          </a:p>
        </p:txBody>
      </p:sp>
      <p:pic>
        <p:nvPicPr>
          <p:cNvPr id="19" name="Picture 18" descr="Top shot of a representation of networks with stick figures.">
            <a:extLst>
              <a:ext uri="{FF2B5EF4-FFF2-40B4-BE49-F238E27FC236}">
                <a16:creationId xmlns:a16="http://schemas.microsoft.com/office/drawing/2014/main" id="{326DE264-65A3-B5F4-EFEF-943899E9ED6C}"/>
              </a:ext>
            </a:extLst>
          </p:cNvPr>
          <p:cNvPicPr>
            <a:picLocks noChangeAspect="1"/>
          </p:cNvPicPr>
          <p:nvPr/>
        </p:nvPicPr>
        <p:blipFill rotWithShape="1">
          <a:blip r:embed="rId3"/>
          <a:srcRect l="25371" r="1538"/>
          <a:stretch/>
        </p:blipFill>
        <p:spPr>
          <a:xfrm>
            <a:off x="4654297" y="10"/>
            <a:ext cx="7537702" cy="6857989"/>
          </a:xfrm>
          <a:prstGeom prst="rect">
            <a:avLst/>
          </a:prstGeom>
        </p:spPr>
      </p:pic>
      <p:sp>
        <p:nvSpPr>
          <p:cNvPr id="16" name="Footer Placeholder 15"/>
          <p:cNvSpPr>
            <a:spLocks noGrp="1"/>
          </p:cNvSpPr>
          <p:nvPr>
            <p:ph type="ftr" sz="quarter" idx="11"/>
          </p:nvPr>
        </p:nvSpPr>
        <p:spPr>
          <a:xfrm>
            <a:off x="5297763" y="6236208"/>
            <a:ext cx="5277412" cy="320040"/>
          </a:xfrm>
        </p:spPr>
        <p:txBody>
          <a:bodyPr>
            <a:normAutofit/>
          </a:bodyPr>
          <a:lstStyle/>
          <a:p>
            <a:pPr algn="r">
              <a:lnSpc>
                <a:spcPct val="90000"/>
              </a:lnSpc>
              <a:spcAft>
                <a:spcPts val="600"/>
              </a:spcAft>
            </a:pPr>
            <a:endParaRPr lang="en-ZA" sz="500">
              <a:solidFill>
                <a:srgbClr val="FFFFFF"/>
              </a:solidFill>
            </a:endParaRPr>
          </a:p>
          <a:p>
            <a:pPr algn="r">
              <a:lnSpc>
                <a:spcPct val="90000"/>
              </a:lnSpc>
              <a:spcAft>
                <a:spcPts val="600"/>
              </a:spcAft>
            </a:pPr>
            <a:r>
              <a:rPr lang="en-ZA" sz="500">
                <a:solidFill>
                  <a:srgbClr val="FFFFFF"/>
                </a:solidFill>
              </a:rPr>
              <a:t>Department of Mathematics &amp; Physics</a:t>
            </a:r>
          </a:p>
        </p:txBody>
      </p:sp>
      <p:sp>
        <p:nvSpPr>
          <p:cNvPr id="17" name="Slide Number Placeholder 1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BAB4CA8-F650-4055-9541-1E017D8B8873}" type="slidenum">
              <a:rPr lang="en-ZA" smtClean="0"/>
              <a:pPr>
                <a:lnSpc>
                  <a:spcPct val="90000"/>
                </a:lnSpc>
                <a:spcAft>
                  <a:spcPts val="600"/>
                </a:spcAft>
              </a:pPr>
              <a:t>1</a:t>
            </a:fld>
            <a:endParaRPr lang="en-ZA"/>
          </a:p>
        </p:txBody>
      </p:sp>
    </p:spTree>
    <p:extLst>
      <p:ext uri="{BB962C8B-B14F-4D97-AF65-F5344CB8AC3E}">
        <p14:creationId xmlns:p14="http://schemas.microsoft.com/office/powerpoint/2010/main" val="102876256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4BB39-8C51-2A9F-2369-63EBE3F567B9}"/>
              </a:ext>
            </a:extLst>
          </p:cNvPr>
          <p:cNvSpPr>
            <a:spLocks noGrp="1"/>
          </p:cNvSpPr>
          <p:nvPr>
            <p:ph type="title"/>
          </p:nvPr>
        </p:nvSpPr>
        <p:spPr>
          <a:xfrm>
            <a:off x="2181867" y="675916"/>
            <a:ext cx="8082795" cy="1017973"/>
          </a:xfrm>
        </p:spPr>
        <p:txBody>
          <a:bodyPr anchor="ctr">
            <a:normAutofit/>
          </a:bodyPr>
          <a:lstStyle/>
          <a:p>
            <a:r>
              <a:rPr lang="en-US"/>
              <a:t>Agenda</a:t>
            </a:r>
            <a:endParaRPr lang="en-ZA" dirty="0"/>
          </a:p>
        </p:txBody>
      </p:sp>
      <p:graphicFrame>
        <p:nvGraphicFramePr>
          <p:cNvPr id="10" name="Content Placeholder 2">
            <a:extLst>
              <a:ext uri="{FF2B5EF4-FFF2-40B4-BE49-F238E27FC236}">
                <a16:creationId xmlns:a16="http://schemas.microsoft.com/office/drawing/2014/main" id="{7EA337C3-B631-21E4-0C4D-4A3230762EA3}"/>
              </a:ext>
            </a:extLst>
          </p:cNvPr>
          <p:cNvGraphicFramePr>
            <a:graphicFrameLocks noGrp="1"/>
          </p:cNvGraphicFramePr>
          <p:nvPr>
            <p:ph idx="1"/>
            <p:extLst>
              <p:ext uri="{D42A27DB-BD31-4B8C-83A1-F6EECF244321}">
                <p14:modId xmlns:p14="http://schemas.microsoft.com/office/powerpoint/2010/main" val="3590917469"/>
              </p:ext>
            </p:extLst>
          </p:nvPr>
        </p:nvGraphicFramePr>
        <p:xfrm>
          <a:off x="2182210" y="2206685"/>
          <a:ext cx="8410744" cy="3762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64A8BA64-A988-838C-4A43-0247E56535C5}"/>
              </a:ext>
            </a:extLst>
          </p:cNvPr>
          <p:cNvSpPr>
            <a:spLocks noGrp="1"/>
          </p:cNvSpPr>
          <p:nvPr>
            <p:ph type="dt" sz="half" idx="10"/>
          </p:nvPr>
        </p:nvSpPr>
        <p:spPr/>
        <p:txBody>
          <a:bodyPr anchor="ctr">
            <a:normAutofit/>
          </a:bodyPr>
          <a:lstStyle/>
          <a:p>
            <a:pPr>
              <a:spcAft>
                <a:spcPts val="600"/>
              </a:spcAft>
            </a:pPr>
            <a:fld id="{2AD394A7-1302-450B-95EB-FFC37E100C94}" type="datetime3">
              <a:rPr lang="en-ZA" smtClean="0"/>
              <a:pPr>
                <a:spcAft>
                  <a:spcPts val="600"/>
                </a:spcAft>
              </a:pPr>
              <a:t>5 March 2026</a:t>
            </a:fld>
            <a:endParaRPr lang="en-ZA"/>
          </a:p>
        </p:txBody>
      </p:sp>
      <p:sp>
        <p:nvSpPr>
          <p:cNvPr id="6" name="Footer Placeholder 5">
            <a:extLst>
              <a:ext uri="{FF2B5EF4-FFF2-40B4-BE49-F238E27FC236}">
                <a16:creationId xmlns:a16="http://schemas.microsoft.com/office/drawing/2014/main" id="{028B7BDB-18E1-1572-7B8C-8EF4AFAF09B3}"/>
              </a:ext>
            </a:extLst>
          </p:cNvPr>
          <p:cNvSpPr>
            <a:spLocks noGrp="1"/>
          </p:cNvSpPr>
          <p:nvPr>
            <p:ph type="ftr" sz="quarter" idx="11"/>
          </p:nvPr>
        </p:nvSpPr>
        <p:spPr/>
        <p:txBody>
          <a:bodyPr>
            <a:normAutofit fontScale="92500" lnSpcReduction="10000"/>
          </a:bodyPr>
          <a:lstStyle/>
          <a:p>
            <a:pPr>
              <a:lnSpc>
                <a:spcPct val="90000"/>
              </a:lnSpc>
              <a:spcAft>
                <a:spcPts val="600"/>
              </a:spcAft>
            </a:pPr>
            <a:endParaRPr lang="en-ZA" sz="700"/>
          </a:p>
          <a:p>
            <a:pPr>
              <a:lnSpc>
                <a:spcPct val="90000"/>
              </a:lnSpc>
              <a:spcAft>
                <a:spcPts val="600"/>
              </a:spcAft>
            </a:pPr>
            <a:r>
              <a:rPr lang="en-ZA" sz="700"/>
              <a:t>Department of Mathematics &amp; Physics</a:t>
            </a:r>
          </a:p>
        </p:txBody>
      </p:sp>
      <p:sp>
        <p:nvSpPr>
          <p:cNvPr id="5" name="Slide Number Placeholder 4">
            <a:extLst>
              <a:ext uri="{FF2B5EF4-FFF2-40B4-BE49-F238E27FC236}">
                <a16:creationId xmlns:a16="http://schemas.microsoft.com/office/drawing/2014/main" id="{E8DF2469-B78F-4EA5-54BE-5015F933E0D7}"/>
              </a:ext>
            </a:extLst>
          </p:cNvPr>
          <p:cNvSpPr>
            <a:spLocks noGrp="1"/>
          </p:cNvSpPr>
          <p:nvPr>
            <p:ph type="sldNum" sz="quarter" idx="12"/>
          </p:nvPr>
        </p:nvSpPr>
        <p:spPr/>
        <p:txBody>
          <a:bodyPr anchor="ctr">
            <a:normAutofit lnSpcReduction="10000"/>
          </a:bodyPr>
          <a:lstStyle/>
          <a:p>
            <a:pPr>
              <a:spcAft>
                <a:spcPts val="600"/>
              </a:spcAft>
            </a:pPr>
            <a:fld id="{FCDC5D13-0321-4383-81EA-F2073319DF27}" type="slidenum">
              <a:rPr lang="en-ZA" smtClean="0"/>
              <a:pPr>
                <a:spcAft>
                  <a:spcPts val="600"/>
                </a:spcAft>
              </a:pPr>
              <a:t>2</a:t>
            </a:fld>
            <a:endParaRPr lang="en-ZA"/>
          </a:p>
        </p:txBody>
      </p:sp>
    </p:spTree>
    <p:extLst>
      <p:ext uri="{BB962C8B-B14F-4D97-AF65-F5344CB8AC3E}">
        <p14:creationId xmlns:p14="http://schemas.microsoft.com/office/powerpoint/2010/main" val="1748651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2400">
                <a:solidFill>
                  <a:schemeClr val="bg1"/>
                </a:solidFill>
              </a:rPr>
              <a:t>Introduction</a:t>
            </a:r>
          </a:p>
        </p:txBody>
      </p:sp>
      <p:sp>
        <p:nvSpPr>
          <p:cNvPr id="4" name="Date Placeholder 3"/>
          <p:cNvSpPr>
            <a:spLocks noGrp="1"/>
          </p:cNvSpPr>
          <p:nvPr>
            <p:ph type="dt" sz="half" idx="10"/>
          </p:nvPr>
        </p:nvSpPr>
        <p:spPr>
          <a:xfrm>
            <a:off x="699777" y="6238816"/>
            <a:ext cx="2753746" cy="323968"/>
          </a:xfrm>
        </p:spPr>
        <p:txBody>
          <a:bodyPr vert="horz" lIns="91440" tIns="45720" rIns="91440" bIns="45720" rtlCol="0" anchor="ctr">
            <a:normAutofit/>
          </a:bodyPr>
          <a:lstStyle/>
          <a:p>
            <a:pPr algn="l">
              <a:spcAft>
                <a:spcPts val="600"/>
              </a:spcAft>
            </a:pPr>
            <a:fld id="{E0E92323-7ABC-4498-80E8-B6DCDA8BA80E}" type="datetime3">
              <a:rPr lang="en-US">
                <a:solidFill>
                  <a:schemeClr val="bg1">
                    <a:alpha val="70000"/>
                  </a:schemeClr>
                </a:solidFill>
              </a:rPr>
              <a:pPr algn="l">
                <a:spcAft>
                  <a:spcPts val="600"/>
                </a:spcAft>
              </a:pPr>
              <a:t>5 March 2026</a:t>
            </a:fld>
            <a:endParaRPr lang="en-US">
              <a:solidFill>
                <a:schemeClr val="bg1">
                  <a:alpha val="70000"/>
                </a:schemeClr>
              </a:solidFill>
            </a:endParaRPr>
          </a:p>
        </p:txBody>
      </p:sp>
      <p:sp>
        <p:nvSpPr>
          <p:cNvPr id="5" name="Footer Placeholder 4"/>
          <p:cNvSpPr>
            <a:spLocks noGrp="1"/>
          </p:cNvSpPr>
          <p:nvPr>
            <p:ph type="ftr" sz="quarter" idx="11"/>
          </p:nvPr>
        </p:nvSpPr>
        <p:spPr>
          <a:xfrm>
            <a:off x="5297763" y="6236208"/>
            <a:ext cx="5277412" cy="320040"/>
          </a:xfrm>
        </p:spPr>
        <p:txBody>
          <a:bodyPr vert="horz" lIns="91440" tIns="45720" rIns="91440" bIns="45720" rtlCol="0" anchor="ctr">
            <a:normAutofit/>
          </a:bodyPr>
          <a:lstStyle/>
          <a:p>
            <a:pPr algn="r">
              <a:lnSpc>
                <a:spcPct val="90000"/>
              </a:lnSpc>
              <a:spcAft>
                <a:spcPts val="600"/>
              </a:spcAft>
            </a:pPr>
            <a:endParaRPr lang="en-US" sz="500">
              <a:solidFill>
                <a:srgbClr val="FFFFFF"/>
              </a:solidFill>
            </a:endParaRPr>
          </a:p>
          <a:p>
            <a:pPr algn="r">
              <a:lnSpc>
                <a:spcPct val="90000"/>
              </a:lnSpc>
              <a:spcAft>
                <a:spcPts val="600"/>
              </a:spcAft>
            </a:pPr>
            <a:r>
              <a:rPr lang="en-US" sz="500">
                <a:solidFill>
                  <a:srgbClr val="FFFFFF"/>
                </a:solidFill>
              </a:rPr>
              <a:t>Department of Mathematics &amp; Physics</a:t>
            </a:r>
          </a:p>
        </p:txBody>
      </p:sp>
      <p:sp>
        <p:nvSpPr>
          <p:cNvPr id="6" name="Slide Number Placeholder 5"/>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FCDC5D13-0321-4383-81EA-F2073319DF27}" type="slidenum">
              <a:rPr lang="en-US" smtClean="0"/>
              <a:pPr>
                <a:lnSpc>
                  <a:spcPct val="90000"/>
                </a:lnSpc>
                <a:spcAft>
                  <a:spcPts val="600"/>
                </a:spcAft>
              </a:pPr>
              <a:t>3</a:t>
            </a:fld>
            <a:endParaRPr lang="en-US"/>
          </a:p>
        </p:txBody>
      </p:sp>
      <p:graphicFrame>
        <p:nvGraphicFramePr>
          <p:cNvPr id="8" name="Content Placeholder 2">
            <a:extLst>
              <a:ext uri="{FF2B5EF4-FFF2-40B4-BE49-F238E27FC236}">
                <a16:creationId xmlns:a16="http://schemas.microsoft.com/office/drawing/2014/main" id="{75EA9AC0-D578-CB4D-6100-A7F53BC62139}"/>
              </a:ext>
            </a:extLst>
          </p:cNvPr>
          <p:cNvGraphicFramePr>
            <a:graphicFrameLocks noGrp="1"/>
          </p:cNvGraphicFramePr>
          <p:nvPr>
            <p:ph idx="1"/>
            <p:extLst>
              <p:ext uri="{D42A27DB-BD31-4B8C-83A1-F6EECF244321}">
                <p14:modId xmlns:p14="http://schemas.microsoft.com/office/powerpoint/2010/main" val="2162901229"/>
              </p:ext>
            </p:extLst>
          </p:nvPr>
        </p:nvGraphicFramePr>
        <p:xfrm>
          <a:off x="5363721" y="965200"/>
          <a:ext cx="5607050" cy="492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1494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7" descr="3D rendering of game pieces tied together with a rope">
            <a:extLst>
              <a:ext uri="{FF2B5EF4-FFF2-40B4-BE49-F238E27FC236}">
                <a16:creationId xmlns:a16="http://schemas.microsoft.com/office/drawing/2014/main" id="{CB4C8D25-376F-9107-4234-E39F55719EE2}"/>
              </a:ext>
            </a:extLst>
          </p:cNvPr>
          <p:cNvPicPr>
            <a:picLocks noChangeAspect="1"/>
          </p:cNvPicPr>
          <p:nvPr/>
        </p:nvPicPr>
        <p:blipFill rotWithShape="1">
          <a:blip r:embed="rId2"/>
          <a:srcRect l="3581" r="29752"/>
          <a:stretch/>
        </p:blipFill>
        <p:spPr>
          <a:xfrm>
            <a:off x="16932" y="0"/>
            <a:ext cx="6096000" cy="6857990"/>
          </a:xfrm>
          <a:prstGeom prst="rect">
            <a:avLst/>
          </a:prstGeom>
        </p:spPr>
      </p:pic>
      <p:sp>
        <p:nvSpPr>
          <p:cNvPr id="2" name="Title 1">
            <a:extLst>
              <a:ext uri="{FF2B5EF4-FFF2-40B4-BE49-F238E27FC236}">
                <a16:creationId xmlns:a16="http://schemas.microsoft.com/office/drawing/2014/main" id="{53022F76-3766-BD83-EB13-0D59E7C7C08C}"/>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US" sz="2400">
                <a:solidFill>
                  <a:schemeClr val="bg1"/>
                </a:solidFill>
              </a:rPr>
              <a:t>What is community ?</a:t>
            </a:r>
            <a:endParaRPr lang="en-ZA" sz="2400">
              <a:solidFill>
                <a:schemeClr val="bg1"/>
              </a:solidFill>
            </a:endParaRPr>
          </a:p>
        </p:txBody>
      </p:sp>
      <p:graphicFrame>
        <p:nvGraphicFramePr>
          <p:cNvPr id="11" name="Content Placeholder 2">
            <a:extLst>
              <a:ext uri="{FF2B5EF4-FFF2-40B4-BE49-F238E27FC236}">
                <a16:creationId xmlns:a16="http://schemas.microsoft.com/office/drawing/2014/main" id="{D3C73617-FEED-FC14-868C-9737BD730802}"/>
              </a:ext>
            </a:extLst>
          </p:cNvPr>
          <p:cNvGraphicFramePr>
            <a:graphicFrameLocks noGrp="1"/>
          </p:cNvGraphicFramePr>
          <p:nvPr>
            <p:ph idx="1"/>
          </p:nvPr>
        </p:nvGraphicFramePr>
        <p:xfrm>
          <a:off x="6743941" y="976129"/>
          <a:ext cx="4804931" cy="4919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a:extLst>
              <a:ext uri="{FF2B5EF4-FFF2-40B4-BE49-F238E27FC236}">
                <a16:creationId xmlns:a16="http://schemas.microsoft.com/office/drawing/2014/main" id="{F8D82DCD-671D-EE86-13FA-9AC226C1FF62}"/>
              </a:ext>
            </a:extLst>
          </p:cNvPr>
          <p:cNvSpPr>
            <a:spLocks noGrp="1"/>
          </p:cNvSpPr>
          <p:nvPr>
            <p:ph type="ftr" sz="quarter" idx="11"/>
          </p:nvPr>
        </p:nvSpPr>
        <p:spPr>
          <a:xfrm>
            <a:off x="665988" y="6224660"/>
            <a:ext cx="4680326" cy="313300"/>
          </a:xfrm>
        </p:spPr>
        <p:txBody>
          <a:bodyPr>
            <a:normAutofit/>
          </a:bodyPr>
          <a:lstStyle/>
          <a:p>
            <a:pPr>
              <a:lnSpc>
                <a:spcPct val="90000"/>
              </a:lnSpc>
              <a:spcAft>
                <a:spcPts val="600"/>
              </a:spcAft>
            </a:pPr>
            <a:endParaRPr lang="en-ZA" sz="500">
              <a:solidFill>
                <a:srgbClr val="FFFFFF"/>
              </a:solidFill>
            </a:endParaRPr>
          </a:p>
          <a:p>
            <a:pPr>
              <a:lnSpc>
                <a:spcPct val="90000"/>
              </a:lnSpc>
              <a:spcAft>
                <a:spcPts val="600"/>
              </a:spcAft>
            </a:pPr>
            <a:r>
              <a:rPr lang="en-ZA" sz="500">
                <a:solidFill>
                  <a:srgbClr val="FFFFFF"/>
                </a:solidFill>
              </a:rPr>
              <a:t>Department of Mathematics &amp; Physics</a:t>
            </a:r>
          </a:p>
        </p:txBody>
      </p:sp>
      <p:sp>
        <p:nvSpPr>
          <p:cNvPr id="4" name="Date Placeholder 3">
            <a:extLst>
              <a:ext uri="{FF2B5EF4-FFF2-40B4-BE49-F238E27FC236}">
                <a16:creationId xmlns:a16="http://schemas.microsoft.com/office/drawing/2014/main" id="{4B6D3E0D-5FFA-4097-72AB-D1C2451DBD97}"/>
              </a:ext>
            </a:extLst>
          </p:cNvPr>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6" name="Slide Number Placeholder 5">
            <a:extLst>
              <a:ext uri="{FF2B5EF4-FFF2-40B4-BE49-F238E27FC236}">
                <a16:creationId xmlns:a16="http://schemas.microsoft.com/office/drawing/2014/main" id="{A1CAB3D6-E09D-EEF0-2A12-30FCA819C26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4</a:t>
            </a:fld>
            <a:endParaRPr lang="en-ZA"/>
          </a:p>
        </p:txBody>
      </p:sp>
    </p:spTree>
    <p:extLst>
      <p:ext uri="{BB962C8B-B14F-4D97-AF65-F5344CB8AC3E}">
        <p14:creationId xmlns:p14="http://schemas.microsoft.com/office/powerpoint/2010/main" val="1015036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3FFA-EB5A-2C8F-CFC4-3FED633295FB}"/>
              </a:ext>
            </a:extLst>
          </p:cNvPr>
          <p:cNvSpPr>
            <a:spLocks noGrp="1"/>
          </p:cNvSpPr>
          <p:nvPr>
            <p:ph type="title"/>
          </p:nvPr>
        </p:nvSpPr>
        <p:spPr>
          <a:xfrm>
            <a:off x="1004341" y="523614"/>
            <a:ext cx="10120341" cy="885461"/>
          </a:xfrm>
        </p:spPr>
        <p:txBody>
          <a:bodyPr/>
          <a:lstStyle/>
          <a:p>
            <a:r>
              <a:rPr lang="en-ZA"/>
              <a:t>What is graph theory ?</a:t>
            </a:r>
            <a:endParaRPr lang="en-ZA" dirty="0"/>
          </a:p>
        </p:txBody>
      </p:sp>
      <p:graphicFrame>
        <p:nvGraphicFramePr>
          <p:cNvPr id="12" name="Content Placeholder 2">
            <a:extLst>
              <a:ext uri="{FF2B5EF4-FFF2-40B4-BE49-F238E27FC236}">
                <a16:creationId xmlns:a16="http://schemas.microsoft.com/office/drawing/2014/main" id="{765CC19E-8091-B764-8A49-917C46700452}"/>
              </a:ext>
            </a:extLst>
          </p:cNvPr>
          <p:cNvGraphicFramePr>
            <a:graphicFrameLocks noGrp="1"/>
          </p:cNvGraphicFramePr>
          <p:nvPr>
            <p:ph sz="half" idx="1"/>
            <p:extLst>
              <p:ext uri="{D42A27DB-BD31-4B8C-83A1-F6EECF244321}">
                <p14:modId xmlns:p14="http://schemas.microsoft.com/office/powerpoint/2010/main" val="2314588220"/>
              </p:ext>
            </p:extLst>
          </p:nvPr>
        </p:nvGraphicFramePr>
        <p:xfrm>
          <a:off x="664564" y="2098623"/>
          <a:ext cx="5796197" cy="3822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a:extLst>
              <a:ext uri="{FF2B5EF4-FFF2-40B4-BE49-F238E27FC236}">
                <a16:creationId xmlns:a16="http://schemas.microsoft.com/office/drawing/2014/main" id="{F8E7D038-9C61-F275-B35C-66D48D740CA2}"/>
              </a:ext>
            </a:extLst>
          </p:cNvPr>
          <p:cNvPicPr>
            <a:picLocks noGrp="1" noChangeAspect="1"/>
          </p:cNvPicPr>
          <p:nvPr>
            <p:ph sz="half" idx="2"/>
          </p:nvPr>
        </p:nvPicPr>
        <p:blipFill>
          <a:blip r:embed="rId7"/>
          <a:stretch>
            <a:fillRect/>
          </a:stretch>
        </p:blipFill>
        <p:spPr>
          <a:xfrm>
            <a:off x="6685613" y="2098623"/>
            <a:ext cx="4841823" cy="3822491"/>
          </a:xfrm>
          <a:prstGeom prst="rect">
            <a:avLst/>
          </a:prstGeom>
        </p:spPr>
      </p:pic>
      <p:sp>
        <p:nvSpPr>
          <p:cNvPr id="5" name="Date Placeholder 4">
            <a:extLst>
              <a:ext uri="{FF2B5EF4-FFF2-40B4-BE49-F238E27FC236}">
                <a16:creationId xmlns:a16="http://schemas.microsoft.com/office/drawing/2014/main" id="{34CA1609-690D-A6EB-E6DE-F54334182325}"/>
              </a:ext>
            </a:extLst>
          </p:cNvPr>
          <p:cNvSpPr>
            <a:spLocks noGrp="1"/>
          </p:cNvSpPr>
          <p:nvPr>
            <p:ph type="dt" sz="half" idx="10"/>
          </p:nvPr>
        </p:nvSpPr>
        <p:spPr/>
        <p:txBody>
          <a:bodyPr/>
          <a:lstStyle/>
          <a:p>
            <a:fld id="{11E5B0A7-0E05-4A59-9704-66249F2DB4B6}" type="datetime3">
              <a:rPr lang="en-ZA" smtClean="0"/>
              <a:t>5 March 2026</a:t>
            </a:fld>
            <a:endParaRPr lang="en-ZA" dirty="0"/>
          </a:p>
        </p:txBody>
      </p:sp>
      <p:sp>
        <p:nvSpPr>
          <p:cNvPr id="6" name="Footer Placeholder 5">
            <a:extLst>
              <a:ext uri="{FF2B5EF4-FFF2-40B4-BE49-F238E27FC236}">
                <a16:creationId xmlns:a16="http://schemas.microsoft.com/office/drawing/2014/main" id="{945DBC87-8C50-B2C4-8581-227ADB24DC7D}"/>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7" name="Slide Number Placeholder 6">
            <a:extLst>
              <a:ext uri="{FF2B5EF4-FFF2-40B4-BE49-F238E27FC236}">
                <a16:creationId xmlns:a16="http://schemas.microsoft.com/office/drawing/2014/main" id="{DF67AB84-570B-6EA4-8913-40A3B2753A31}"/>
              </a:ext>
            </a:extLst>
          </p:cNvPr>
          <p:cNvSpPr>
            <a:spLocks noGrp="1"/>
          </p:cNvSpPr>
          <p:nvPr>
            <p:ph type="sldNum" sz="quarter" idx="12"/>
          </p:nvPr>
        </p:nvSpPr>
        <p:spPr/>
        <p:txBody>
          <a:bodyPr/>
          <a:lstStyle/>
          <a:p>
            <a:fld id="{FCDC5D13-0321-4383-81EA-F2073319DF27}" type="slidenum">
              <a:rPr lang="en-ZA" smtClean="0"/>
              <a:pPr/>
              <a:t>5</a:t>
            </a:fld>
            <a:endParaRPr lang="en-ZA" dirty="0"/>
          </a:p>
        </p:txBody>
      </p:sp>
    </p:spTree>
    <p:extLst>
      <p:ext uri="{BB962C8B-B14F-4D97-AF65-F5344CB8AC3E}">
        <p14:creationId xmlns:p14="http://schemas.microsoft.com/office/powerpoint/2010/main" val="346474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FD3C-18EF-E103-52D5-7B339AC9642D}"/>
              </a:ext>
            </a:extLst>
          </p:cNvPr>
          <p:cNvSpPr>
            <a:spLocks noGrp="1"/>
          </p:cNvSpPr>
          <p:nvPr>
            <p:ph type="title"/>
          </p:nvPr>
        </p:nvSpPr>
        <p:spPr>
          <a:xfrm>
            <a:off x="1300294" y="545242"/>
            <a:ext cx="8660570" cy="847330"/>
          </a:xfrm>
        </p:spPr>
        <p:txBody>
          <a:bodyPr/>
          <a:lstStyle/>
          <a:p>
            <a:r>
              <a:rPr lang="en-US" dirty="0"/>
              <a:t>Graph coloring</a:t>
            </a:r>
            <a:endParaRPr lang="en-ZA" dirty="0"/>
          </a:p>
        </p:txBody>
      </p:sp>
      <p:sp>
        <p:nvSpPr>
          <p:cNvPr id="3" name="Content Placeholder 2">
            <a:extLst>
              <a:ext uri="{FF2B5EF4-FFF2-40B4-BE49-F238E27FC236}">
                <a16:creationId xmlns:a16="http://schemas.microsoft.com/office/drawing/2014/main" id="{369DE957-F9BA-8E82-FEAA-C0F4962CA0CD}"/>
              </a:ext>
            </a:extLst>
          </p:cNvPr>
          <p:cNvSpPr>
            <a:spLocks noGrp="1"/>
          </p:cNvSpPr>
          <p:nvPr>
            <p:ph idx="1"/>
          </p:nvPr>
        </p:nvSpPr>
        <p:spPr>
          <a:xfrm>
            <a:off x="1300294" y="1903612"/>
            <a:ext cx="6325299" cy="3818949"/>
          </a:xfrm>
        </p:spPr>
        <p:txBody>
          <a:bodyPr/>
          <a:lstStyle/>
          <a:p>
            <a:pPr>
              <a:buFont typeface="Wingdings" panose="05000000000000000000" pitchFamily="2" charset="2"/>
              <a:buChar char="Ø"/>
            </a:pPr>
            <a:r>
              <a:rPr lang="en-US" b="1" dirty="0"/>
              <a:t>Graph coloring </a:t>
            </a:r>
            <a:r>
              <a:rPr lang="en-US" dirty="0"/>
              <a:t>is a method to assign colors to the vertices of a graph so that no two adjacent vertices have the same color.</a:t>
            </a:r>
          </a:p>
          <a:p>
            <a:pPr marL="0" indent="0">
              <a:buNone/>
            </a:pPr>
            <a:r>
              <a:rPr lang="en-US" b="1" dirty="0">
                <a:solidFill>
                  <a:schemeClr val="tx1"/>
                </a:solidFill>
              </a:rPr>
              <a:t>Some graph coloring problems are:</a:t>
            </a:r>
          </a:p>
          <a:p>
            <a:pPr>
              <a:buFont typeface="Wingdings" panose="05000000000000000000" pitchFamily="2" charset="2"/>
              <a:buChar char="Ø"/>
            </a:pPr>
            <a:r>
              <a:rPr lang="en-US" b="1" dirty="0"/>
              <a:t>Vertex coloring: </a:t>
            </a:r>
            <a:r>
              <a:rPr lang="en-US" dirty="0"/>
              <a:t> A way of coloring the vertices of a graph so that no two adjacent vertices share the same color</a:t>
            </a:r>
          </a:p>
          <a:p>
            <a:pPr>
              <a:buFont typeface="Wingdings" panose="05000000000000000000" pitchFamily="2" charset="2"/>
              <a:buChar char="Ø"/>
            </a:pPr>
            <a:r>
              <a:rPr lang="en-US" b="1" dirty="0"/>
              <a:t>Edge coloring : </a:t>
            </a:r>
            <a:r>
              <a:rPr lang="en-US" dirty="0"/>
              <a:t>A method of assigning a color to each edges so that no two adjacent edges have the same color.</a:t>
            </a:r>
          </a:p>
          <a:p>
            <a:pPr marL="0" indent="0">
              <a:buNone/>
            </a:pPr>
            <a:r>
              <a:rPr lang="en-US" b="1" dirty="0"/>
              <a:t>Chromatic Number :</a:t>
            </a:r>
          </a:p>
          <a:p>
            <a:pPr>
              <a:buFont typeface="Wingdings" panose="05000000000000000000" pitchFamily="2" charset="2"/>
              <a:buChar char="Ø"/>
            </a:pPr>
            <a:r>
              <a:rPr lang="en-US" dirty="0"/>
              <a:t>Is the minimum number of colors required to color  a graph</a:t>
            </a:r>
            <a:endParaRPr lang="en-ZA" dirty="0"/>
          </a:p>
        </p:txBody>
      </p:sp>
      <p:sp>
        <p:nvSpPr>
          <p:cNvPr id="4" name="Date Placeholder 3">
            <a:extLst>
              <a:ext uri="{FF2B5EF4-FFF2-40B4-BE49-F238E27FC236}">
                <a16:creationId xmlns:a16="http://schemas.microsoft.com/office/drawing/2014/main" id="{B65A0F16-EA6B-ADAF-C480-22123ADD09BF}"/>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6ABC97AC-0AA2-6297-481C-BD24C08A7254}"/>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5DA8265E-7F3E-4B7B-2843-0C7442F014B8}"/>
              </a:ext>
            </a:extLst>
          </p:cNvPr>
          <p:cNvSpPr>
            <a:spLocks noGrp="1"/>
          </p:cNvSpPr>
          <p:nvPr>
            <p:ph type="sldNum" sz="quarter" idx="12"/>
          </p:nvPr>
        </p:nvSpPr>
        <p:spPr/>
        <p:txBody>
          <a:bodyPr/>
          <a:lstStyle/>
          <a:p>
            <a:fld id="{FCDC5D13-0321-4383-81EA-F2073319DF27}" type="slidenum">
              <a:rPr lang="en-ZA" smtClean="0"/>
              <a:pPr/>
              <a:t>6</a:t>
            </a:fld>
            <a:endParaRPr lang="en-ZA" dirty="0"/>
          </a:p>
        </p:txBody>
      </p:sp>
      <p:pic>
        <p:nvPicPr>
          <p:cNvPr id="7" name="Picture 6">
            <a:extLst>
              <a:ext uri="{FF2B5EF4-FFF2-40B4-BE49-F238E27FC236}">
                <a16:creationId xmlns:a16="http://schemas.microsoft.com/office/drawing/2014/main" id="{1F4C7A40-35FB-3BD0-0D4B-16CD6BB99B96}"/>
              </a:ext>
            </a:extLst>
          </p:cNvPr>
          <p:cNvPicPr>
            <a:picLocks noChangeAspect="1"/>
          </p:cNvPicPr>
          <p:nvPr/>
        </p:nvPicPr>
        <p:blipFill>
          <a:blip r:embed="rId2"/>
          <a:stretch>
            <a:fillRect/>
          </a:stretch>
        </p:blipFill>
        <p:spPr>
          <a:xfrm>
            <a:off x="7912852" y="1903612"/>
            <a:ext cx="3660312" cy="3324169"/>
          </a:xfrm>
          <a:prstGeom prst="rect">
            <a:avLst/>
          </a:prstGeom>
        </p:spPr>
      </p:pic>
    </p:spTree>
    <p:extLst>
      <p:ext uri="{BB962C8B-B14F-4D97-AF65-F5344CB8AC3E}">
        <p14:creationId xmlns:p14="http://schemas.microsoft.com/office/powerpoint/2010/main" val="828339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F35D-B02B-B6B0-28B0-7A00DC399D9E}"/>
              </a:ext>
            </a:extLst>
          </p:cNvPr>
          <p:cNvSpPr>
            <a:spLocks noGrp="1"/>
          </p:cNvSpPr>
          <p:nvPr>
            <p:ph type="title"/>
          </p:nvPr>
        </p:nvSpPr>
        <p:spPr>
          <a:xfrm>
            <a:off x="1702965" y="771745"/>
            <a:ext cx="8872209" cy="851582"/>
          </a:xfrm>
        </p:spPr>
        <p:txBody>
          <a:bodyPr/>
          <a:lstStyle/>
          <a:p>
            <a:r>
              <a:rPr lang="en-US" dirty="0"/>
              <a:t>What is community detection?</a:t>
            </a:r>
            <a:endParaRPr lang="en-ZA" dirty="0"/>
          </a:p>
        </p:txBody>
      </p:sp>
      <p:sp>
        <p:nvSpPr>
          <p:cNvPr id="3" name="Content Placeholder 2">
            <a:extLst>
              <a:ext uri="{FF2B5EF4-FFF2-40B4-BE49-F238E27FC236}">
                <a16:creationId xmlns:a16="http://schemas.microsoft.com/office/drawing/2014/main" id="{FD1E70DF-3BA0-CC1F-64C0-1756D259D780}"/>
              </a:ext>
            </a:extLst>
          </p:cNvPr>
          <p:cNvSpPr>
            <a:spLocks noGrp="1"/>
          </p:cNvSpPr>
          <p:nvPr>
            <p:ph idx="1"/>
          </p:nvPr>
        </p:nvSpPr>
        <p:spPr>
          <a:xfrm>
            <a:off x="1600200" y="2338466"/>
            <a:ext cx="8974975" cy="3879454"/>
          </a:xfrm>
        </p:spPr>
        <p:txBody>
          <a:bodyPr/>
          <a:lstStyle/>
          <a:p>
            <a:r>
              <a:rPr lang="en-US" sz="2000" dirty="0"/>
              <a:t>is the process of identifying distinct groups or clusters of nodes within a network. These groups, known as communities, are characterized by a higher density of connections among their members compared to connections with nodes outside the group</a:t>
            </a:r>
          </a:p>
          <a:p>
            <a:pPr marL="0" indent="0">
              <a:buNone/>
            </a:pPr>
            <a:r>
              <a:rPr lang="en-US" sz="2800" b="1" dirty="0"/>
              <a:t>Why we use community detection ?</a:t>
            </a:r>
          </a:p>
          <a:p>
            <a:pPr>
              <a:buFont typeface="Wingdings" panose="05000000000000000000" pitchFamily="2" charset="2"/>
              <a:buChar char="Ø"/>
            </a:pPr>
            <a:r>
              <a:rPr lang="en-US" sz="2000" dirty="0"/>
              <a:t>To capture network dynamic</a:t>
            </a:r>
          </a:p>
          <a:p>
            <a:pPr>
              <a:buFont typeface="Wingdings" panose="05000000000000000000" pitchFamily="2" charset="2"/>
              <a:buChar char="Ø"/>
            </a:pPr>
            <a:r>
              <a:rPr lang="en-US" sz="2000" dirty="0"/>
              <a:t>Reveal social structure( subgroup or community of interest)</a:t>
            </a:r>
          </a:p>
          <a:p>
            <a:pPr>
              <a:buFont typeface="Wingdings" panose="05000000000000000000" pitchFamily="2" charset="2"/>
              <a:buChar char="Ø"/>
            </a:pPr>
            <a:r>
              <a:rPr lang="en-US" sz="2000" dirty="0"/>
              <a:t>Link prediction</a:t>
            </a:r>
          </a:p>
          <a:p>
            <a:pPr>
              <a:buFont typeface="Wingdings" panose="05000000000000000000" pitchFamily="2" charset="2"/>
              <a:buChar char="Ø"/>
            </a:pPr>
            <a:endParaRPr lang="en-US" dirty="0"/>
          </a:p>
          <a:p>
            <a:endParaRPr lang="en-ZA" dirty="0"/>
          </a:p>
        </p:txBody>
      </p:sp>
      <p:sp>
        <p:nvSpPr>
          <p:cNvPr id="4" name="Date Placeholder 3">
            <a:extLst>
              <a:ext uri="{FF2B5EF4-FFF2-40B4-BE49-F238E27FC236}">
                <a16:creationId xmlns:a16="http://schemas.microsoft.com/office/drawing/2014/main" id="{D6005405-84B0-D7CD-753F-5777AC1424C2}"/>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0D50A2E0-8118-C4E0-2F38-3592280BD253}"/>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F2300C7A-F90D-B37F-1538-28B5F51EF791}"/>
              </a:ext>
            </a:extLst>
          </p:cNvPr>
          <p:cNvSpPr>
            <a:spLocks noGrp="1"/>
          </p:cNvSpPr>
          <p:nvPr>
            <p:ph type="sldNum" sz="quarter" idx="12"/>
          </p:nvPr>
        </p:nvSpPr>
        <p:spPr/>
        <p:txBody>
          <a:bodyPr/>
          <a:lstStyle/>
          <a:p>
            <a:fld id="{FCDC5D13-0321-4383-81EA-F2073319DF27}" type="slidenum">
              <a:rPr lang="en-ZA" smtClean="0"/>
              <a:pPr/>
              <a:t>7</a:t>
            </a:fld>
            <a:endParaRPr lang="en-ZA" dirty="0"/>
          </a:p>
        </p:txBody>
      </p:sp>
    </p:spTree>
    <p:extLst>
      <p:ext uri="{BB962C8B-B14F-4D97-AF65-F5344CB8AC3E}">
        <p14:creationId xmlns:p14="http://schemas.microsoft.com/office/powerpoint/2010/main" val="103281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D9A7A-F6A4-12EC-E17B-48ACBA6C1A93}"/>
              </a:ext>
            </a:extLst>
          </p:cNvPr>
          <p:cNvSpPr>
            <a:spLocks noGrp="1"/>
          </p:cNvSpPr>
          <p:nvPr>
            <p:ph type="title"/>
          </p:nvPr>
        </p:nvSpPr>
        <p:spPr>
          <a:xfrm>
            <a:off x="1600201" y="964692"/>
            <a:ext cx="8974974" cy="789157"/>
          </a:xfrm>
        </p:spPr>
        <p:txBody>
          <a:bodyPr/>
          <a:lstStyle/>
          <a:p>
            <a:r>
              <a:rPr lang="en-ZA" dirty="0"/>
              <a:t>Community detection application</a:t>
            </a:r>
          </a:p>
        </p:txBody>
      </p:sp>
      <p:sp>
        <p:nvSpPr>
          <p:cNvPr id="3" name="Content Placeholder 2">
            <a:extLst>
              <a:ext uri="{FF2B5EF4-FFF2-40B4-BE49-F238E27FC236}">
                <a16:creationId xmlns:a16="http://schemas.microsoft.com/office/drawing/2014/main" id="{28E959D0-6ECC-CB94-F3DE-0D041FCDD511}"/>
              </a:ext>
            </a:extLst>
          </p:cNvPr>
          <p:cNvSpPr>
            <a:spLocks noGrp="1"/>
          </p:cNvSpPr>
          <p:nvPr>
            <p:ph idx="1"/>
          </p:nvPr>
        </p:nvSpPr>
        <p:spPr>
          <a:xfrm>
            <a:off x="1600200" y="2233534"/>
            <a:ext cx="8974974" cy="3506493"/>
          </a:xfrm>
        </p:spPr>
        <p:txBody>
          <a:bodyPr>
            <a:normAutofit/>
          </a:bodyPr>
          <a:lstStyle/>
          <a:p>
            <a:pPr marL="0" indent="0">
              <a:buNone/>
            </a:pPr>
            <a:r>
              <a:rPr lang="en-ZA" sz="2000" b="1" dirty="0"/>
              <a:t>1. Social Network Analysis(SNA)</a:t>
            </a:r>
          </a:p>
          <a:p>
            <a:pPr marL="0" indent="0">
              <a:buNone/>
            </a:pPr>
            <a:r>
              <a:rPr lang="en-ZA" sz="2000" b="1" dirty="0"/>
              <a:t>    </a:t>
            </a:r>
            <a:r>
              <a:rPr lang="en-ZA" sz="2000" dirty="0"/>
              <a:t>Community detection is widely used in SNA to identify group of individuals with</a:t>
            </a:r>
          </a:p>
          <a:p>
            <a:pPr marL="0" indent="0">
              <a:buNone/>
            </a:pPr>
            <a:r>
              <a:rPr lang="en-ZA" sz="2000" dirty="0"/>
              <a:t>    similar interest.</a:t>
            </a:r>
          </a:p>
          <a:p>
            <a:pPr marL="0" indent="0">
              <a:buNone/>
            </a:pPr>
            <a:endParaRPr lang="en-ZA" sz="2000" dirty="0"/>
          </a:p>
          <a:p>
            <a:pPr marL="0" indent="0">
              <a:buNone/>
            </a:pPr>
            <a:r>
              <a:rPr lang="en-ZA" sz="2000" b="1" dirty="0"/>
              <a:t>2. Recommendation System(RD)</a:t>
            </a:r>
          </a:p>
          <a:p>
            <a:pPr marL="0" indent="0">
              <a:buNone/>
            </a:pPr>
            <a:r>
              <a:rPr lang="en-ZA" sz="2000" b="1" dirty="0"/>
              <a:t>   </a:t>
            </a:r>
            <a:r>
              <a:rPr lang="en-ZA" sz="2000" dirty="0"/>
              <a:t>Community detection can be applied to RD  to identify communities of users with</a:t>
            </a:r>
          </a:p>
          <a:p>
            <a:pPr marL="0" indent="0">
              <a:buNone/>
            </a:pPr>
            <a:r>
              <a:rPr lang="en-ZA" sz="2000" dirty="0"/>
              <a:t>    similar preferences</a:t>
            </a:r>
          </a:p>
        </p:txBody>
      </p:sp>
      <p:sp>
        <p:nvSpPr>
          <p:cNvPr id="4" name="Date Placeholder 3">
            <a:extLst>
              <a:ext uri="{FF2B5EF4-FFF2-40B4-BE49-F238E27FC236}">
                <a16:creationId xmlns:a16="http://schemas.microsoft.com/office/drawing/2014/main" id="{B5AE28BB-34B7-6123-16B8-37CF80549EEE}"/>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FF4380A1-DDEE-3B30-A91A-435D2F1249F0}"/>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0AD0E138-B522-B482-64E2-6E4F15D7546D}"/>
              </a:ext>
            </a:extLst>
          </p:cNvPr>
          <p:cNvSpPr>
            <a:spLocks noGrp="1"/>
          </p:cNvSpPr>
          <p:nvPr>
            <p:ph type="sldNum" sz="quarter" idx="12"/>
          </p:nvPr>
        </p:nvSpPr>
        <p:spPr/>
        <p:txBody>
          <a:bodyPr/>
          <a:lstStyle/>
          <a:p>
            <a:fld id="{FCDC5D13-0321-4383-81EA-F2073319DF27}" type="slidenum">
              <a:rPr lang="en-ZA" smtClean="0"/>
              <a:pPr/>
              <a:t>8</a:t>
            </a:fld>
            <a:endParaRPr lang="en-ZA" dirty="0"/>
          </a:p>
        </p:txBody>
      </p:sp>
    </p:spTree>
    <p:extLst>
      <p:ext uri="{BB962C8B-B14F-4D97-AF65-F5344CB8AC3E}">
        <p14:creationId xmlns:p14="http://schemas.microsoft.com/office/powerpoint/2010/main" val="3248425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EBC68-2C5B-8DFC-E5A5-052FF2CF6B78}"/>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70EADAA3-C97E-86EA-C074-643268ED23DF}"/>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646AD676-1343-8834-464B-CFB17AD9E15F}"/>
              </a:ext>
            </a:extLst>
          </p:cNvPr>
          <p:cNvSpPr>
            <a:spLocks noGrp="1"/>
          </p:cNvSpPr>
          <p:nvPr>
            <p:ph type="sldNum" sz="quarter" idx="12"/>
          </p:nvPr>
        </p:nvSpPr>
        <p:spPr/>
        <p:txBody>
          <a:bodyPr/>
          <a:lstStyle/>
          <a:p>
            <a:fld id="{FCDC5D13-0321-4383-81EA-F2073319DF27}" type="slidenum">
              <a:rPr lang="en-ZA" smtClean="0"/>
              <a:pPr/>
              <a:t>9</a:t>
            </a:fld>
            <a:endParaRPr lang="en-ZA" dirty="0"/>
          </a:p>
        </p:txBody>
      </p:sp>
      <p:sp>
        <p:nvSpPr>
          <p:cNvPr id="6" name="TextBox 5">
            <a:extLst>
              <a:ext uri="{FF2B5EF4-FFF2-40B4-BE49-F238E27FC236}">
                <a16:creationId xmlns:a16="http://schemas.microsoft.com/office/drawing/2014/main" id="{EBA6C924-FE8D-76C4-752D-FDB0FABA5573}"/>
              </a:ext>
            </a:extLst>
          </p:cNvPr>
          <p:cNvSpPr txBox="1"/>
          <p:nvPr/>
        </p:nvSpPr>
        <p:spPr>
          <a:xfrm>
            <a:off x="1283027" y="295216"/>
            <a:ext cx="9475895" cy="5509200"/>
          </a:xfrm>
          <a:prstGeom prst="rect">
            <a:avLst/>
          </a:prstGeom>
          <a:noFill/>
        </p:spPr>
        <p:txBody>
          <a:bodyPr wrap="square">
            <a:spAutoFit/>
          </a:bodyPr>
          <a:lstStyle/>
          <a:p>
            <a:r>
              <a:rPr lang="en-US" sz="3600" dirty="0"/>
              <a:t>Background </a:t>
            </a:r>
          </a:p>
          <a:p>
            <a:endParaRPr lang="en-US" dirty="0"/>
          </a:p>
          <a:p>
            <a:endParaRPr lang="en-US" dirty="0"/>
          </a:p>
          <a:p>
            <a:pPr marL="285750" indent="-285750">
              <a:buFont typeface="Arial" panose="020B0604020202020204" pitchFamily="34" charset="0"/>
              <a:buChar char="•"/>
            </a:pPr>
            <a:r>
              <a:rPr lang="en-US" sz="2000" dirty="0"/>
              <a:t>Graph theory was invented by Leonhard Euler</a:t>
            </a:r>
          </a:p>
          <a:p>
            <a:endParaRPr lang="en-US" sz="2000" dirty="0"/>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According to (J Carrington and Scotts, 2011:1),state that the concept of social networking has been around since the 1930s, but it was under the research of social network analysis (SNA) discovered in the early 1980s and 1990s social science field space (Wetheral,1998)</a:t>
            </a:r>
          </a:p>
          <a:p>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Community detection is almost inter-changeably used with graph clustering (Fortunato 2010; Schaeffer 2007)</a:t>
            </a:r>
          </a:p>
          <a:p>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spc="-5" dirty="0">
                <a:solidFill>
                  <a:srgbClr val="242424"/>
                </a:solidFill>
                <a:effectLst/>
                <a:latin typeface="Arial" panose="020B0604020202020204" pitchFamily="34" charset="0"/>
                <a:ea typeface="Calibri" panose="020F0502020204030204" pitchFamily="34" charset="0"/>
              </a:rPr>
              <a:t>According to Statista “ social media users have increased by over 1.52 billion to 4.59 billion people increasing the number of publicity available to social network data on the internet”(</a:t>
            </a:r>
            <a:r>
              <a:rPr lang="en-US" sz="2000" spc="-5" dirty="0">
                <a:solidFill>
                  <a:srgbClr val="242424"/>
                </a:solidFill>
                <a:effectLst/>
                <a:latin typeface="Arial" panose="020B0604020202020204" pitchFamily="34" charset="0"/>
                <a:ea typeface="Calibri" panose="020F0502020204030204" pitchFamily="34" charset="0"/>
                <a:cs typeface="Arial" panose="020B0604020202020204" pitchFamily="34" charset="0"/>
              </a:rPr>
              <a:t>2023).</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0759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B9D2-F7F4-F4C5-0C25-449D093F2482}"/>
              </a:ext>
            </a:extLst>
          </p:cNvPr>
          <p:cNvSpPr>
            <a:spLocks noGrp="1"/>
          </p:cNvSpPr>
          <p:nvPr>
            <p:ph type="title"/>
          </p:nvPr>
        </p:nvSpPr>
        <p:spPr>
          <a:xfrm>
            <a:off x="2231136" y="964692"/>
            <a:ext cx="7729728" cy="1188720"/>
          </a:xfrm>
        </p:spPr>
        <p:txBody>
          <a:bodyPr>
            <a:normAutofit/>
          </a:bodyPr>
          <a:lstStyle/>
          <a:p>
            <a:r>
              <a:rPr lang="en-US"/>
              <a:t>Problem statement</a:t>
            </a:r>
            <a:endParaRPr lang="en-ZA" dirty="0"/>
          </a:p>
        </p:txBody>
      </p:sp>
      <p:sp>
        <p:nvSpPr>
          <p:cNvPr id="5" name="Footer Placeholder 4">
            <a:extLst>
              <a:ext uri="{FF2B5EF4-FFF2-40B4-BE49-F238E27FC236}">
                <a16:creationId xmlns:a16="http://schemas.microsoft.com/office/drawing/2014/main" id="{F534079B-576A-5001-790F-06518CBD91A3}"/>
              </a:ext>
            </a:extLst>
          </p:cNvPr>
          <p:cNvSpPr>
            <a:spLocks noGrp="1"/>
          </p:cNvSpPr>
          <p:nvPr>
            <p:ph type="ftr" sz="quarter" idx="11"/>
          </p:nvPr>
        </p:nvSpPr>
        <p:spPr>
          <a:xfrm>
            <a:off x="1600200" y="6236208"/>
            <a:ext cx="5901189" cy="320040"/>
          </a:xfrm>
        </p:spPr>
        <p:txBody>
          <a:bodyPr>
            <a:normAutofit/>
          </a:bodyPr>
          <a:lstStyle/>
          <a:p>
            <a:pPr>
              <a:lnSpc>
                <a:spcPct val="90000"/>
              </a:lnSpc>
              <a:spcAft>
                <a:spcPts val="600"/>
              </a:spcAft>
            </a:pPr>
            <a:endParaRPr lang="en-ZA" sz="500"/>
          </a:p>
          <a:p>
            <a:pPr>
              <a:lnSpc>
                <a:spcPct val="90000"/>
              </a:lnSpc>
              <a:spcAft>
                <a:spcPts val="600"/>
              </a:spcAft>
            </a:pPr>
            <a:r>
              <a:rPr lang="en-ZA" sz="500"/>
              <a:t>Department of Mathematics &amp; Physics</a:t>
            </a:r>
          </a:p>
        </p:txBody>
      </p:sp>
      <p:sp>
        <p:nvSpPr>
          <p:cNvPr id="4" name="Date Placeholder 3">
            <a:extLst>
              <a:ext uri="{FF2B5EF4-FFF2-40B4-BE49-F238E27FC236}">
                <a16:creationId xmlns:a16="http://schemas.microsoft.com/office/drawing/2014/main" id="{2A8CDD67-4E1C-F4C9-8696-D5D0E0016FBD}"/>
              </a:ext>
            </a:extLst>
          </p:cNvPr>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6" name="Slide Number Placeholder 5">
            <a:extLst>
              <a:ext uri="{FF2B5EF4-FFF2-40B4-BE49-F238E27FC236}">
                <a16:creationId xmlns:a16="http://schemas.microsoft.com/office/drawing/2014/main" id="{00A5444B-A95F-DCAD-7BEC-616A24A2BB77}"/>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10</a:t>
            </a:fld>
            <a:endParaRPr lang="en-ZA"/>
          </a:p>
        </p:txBody>
      </p:sp>
      <p:graphicFrame>
        <p:nvGraphicFramePr>
          <p:cNvPr id="8" name="Content Placeholder 2">
            <a:extLst>
              <a:ext uri="{FF2B5EF4-FFF2-40B4-BE49-F238E27FC236}">
                <a16:creationId xmlns:a16="http://schemas.microsoft.com/office/drawing/2014/main" id="{B5EEEAED-89C4-3AD5-9B6A-DDA4BF2DDB59}"/>
              </a:ext>
            </a:extLst>
          </p:cNvPr>
          <p:cNvGraphicFramePr>
            <a:graphicFrameLocks noGrp="1"/>
          </p:cNvGraphicFramePr>
          <p:nvPr>
            <p:ph idx="1"/>
            <p:extLst>
              <p:ext uri="{D42A27DB-BD31-4B8C-83A1-F6EECF244321}">
                <p14:modId xmlns:p14="http://schemas.microsoft.com/office/powerpoint/2010/main" val="3960938672"/>
              </p:ext>
            </p:extLst>
          </p:nvPr>
        </p:nvGraphicFramePr>
        <p:xfrm>
          <a:off x="965200" y="2668405"/>
          <a:ext cx="10261600"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814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605570"/>
            <a:ext cx="7729728" cy="954782"/>
          </a:xfrm>
        </p:spPr>
        <p:txBody>
          <a:bodyPr/>
          <a:lstStyle/>
          <a:p>
            <a:r>
              <a:rPr lang="en-ZA" dirty="0"/>
              <a:t>Literature Review</a:t>
            </a:r>
          </a:p>
        </p:txBody>
      </p:sp>
      <p:sp>
        <p:nvSpPr>
          <p:cNvPr id="3" name="Content Placeholder 2"/>
          <p:cNvSpPr>
            <a:spLocks noGrp="1"/>
          </p:cNvSpPr>
          <p:nvPr>
            <p:ph idx="1"/>
          </p:nvPr>
        </p:nvSpPr>
        <p:spPr>
          <a:xfrm>
            <a:off x="2231136" y="2072081"/>
            <a:ext cx="7729728" cy="3598877"/>
          </a:xfrm>
        </p:spPr>
        <p:txBody>
          <a:bodyPr/>
          <a:lstStyle/>
          <a:p>
            <a:pPr>
              <a:buFont typeface="Wingdings" panose="05000000000000000000" pitchFamily="2" charset="2"/>
              <a:buChar char="Ø"/>
            </a:pPr>
            <a:r>
              <a:rPr lang="en-US" dirty="0"/>
              <a:t>A wide research study in recent years focused on community detection in complex system , most focus on undirected network to determine the efficiency in communities.</a:t>
            </a:r>
          </a:p>
          <a:p>
            <a:pPr>
              <a:buFont typeface="Wingdings" panose="05000000000000000000" pitchFamily="2" charset="2"/>
              <a:buChar char="Ø"/>
            </a:pPr>
            <a:r>
              <a:rPr lang="en-US" dirty="0"/>
              <a:t>Most of community detection proposals can not be used directly on weighted directed graph, where the number of communities not always known.</a:t>
            </a:r>
          </a:p>
          <a:p>
            <a:pPr>
              <a:buFont typeface="Wingdings" panose="05000000000000000000" pitchFamily="2" charset="2"/>
              <a:buChar char="Ø"/>
            </a:pPr>
            <a:r>
              <a:rPr lang="en-US" dirty="0"/>
              <a:t>Newman-Girvan aims to be the betweenness measure of the edges ,representing the number of the shortest path connecting to any pair of node</a:t>
            </a:r>
          </a:p>
          <a:p>
            <a:pPr>
              <a:buFont typeface="Wingdings" panose="05000000000000000000" pitchFamily="2" charset="2"/>
              <a:buChar char="Ø"/>
            </a:pPr>
            <a:r>
              <a:rPr lang="en-US" dirty="0"/>
              <a:t>To be able to find the quality of communities, our literature measures the modularity (Q), is one of the most valuable measures that is proposed by Newman and Girvan (2004) for the quality of communities</a:t>
            </a:r>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11</a:t>
            </a:fld>
            <a:endParaRPr lang="en-ZA" dirty="0"/>
          </a:p>
        </p:txBody>
      </p:sp>
    </p:spTree>
    <p:extLst>
      <p:ext uri="{BB962C8B-B14F-4D97-AF65-F5344CB8AC3E}">
        <p14:creationId xmlns:p14="http://schemas.microsoft.com/office/powerpoint/2010/main" val="1254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964692"/>
            <a:ext cx="8893546" cy="964928"/>
          </a:xfrm>
        </p:spPr>
        <p:txBody>
          <a:bodyPr/>
          <a:lstStyle/>
          <a:p>
            <a:r>
              <a:rPr lang="en-ZA" dirty="0"/>
              <a:t>Methodology</a:t>
            </a:r>
          </a:p>
        </p:txBody>
      </p:sp>
      <p:sp>
        <p:nvSpPr>
          <p:cNvPr id="3" name="Content Placeholder 2"/>
          <p:cNvSpPr>
            <a:spLocks noGrp="1"/>
          </p:cNvSpPr>
          <p:nvPr>
            <p:ph idx="1"/>
          </p:nvPr>
        </p:nvSpPr>
        <p:spPr>
          <a:xfrm>
            <a:off x="2231136" y="2428408"/>
            <a:ext cx="8893546" cy="3311620"/>
          </a:xfrm>
        </p:spPr>
        <p:txBody>
          <a:bodyPr>
            <a:normAutofit/>
          </a:bodyPr>
          <a:lstStyle/>
          <a:p>
            <a:r>
              <a:rPr lang="en-US" sz="2400" b="1" dirty="0"/>
              <a:t>Data source</a:t>
            </a:r>
          </a:p>
          <a:p>
            <a:endParaRPr lang="en-US" sz="2000" b="1" dirty="0"/>
          </a:p>
          <a:p>
            <a:pPr marL="0" indent="0">
              <a:buNone/>
            </a:pPr>
            <a:r>
              <a:rPr lang="en-US" sz="2000" dirty="0"/>
              <a:t>This research will look at the real-world dataset of people who were using social media during the pandemic, on how much communities have grown before the pandemic, and after the quarantine in the period of 2018 to 2023 for the use of SNA graphs. </a:t>
            </a:r>
          </a:p>
          <a:p>
            <a:pPr marL="0" indent="0">
              <a:buNone/>
            </a:pPr>
            <a:r>
              <a:rPr lang="en-US" sz="2000" dirty="0"/>
              <a:t>The data that we will use will be found in Kaggle</a:t>
            </a:r>
            <a:endParaRPr lang="en-ZA" sz="2000" dirty="0"/>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12</a:t>
            </a:fld>
            <a:endParaRPr lang="en-ZA" dirty="0"/>
          </a:p>
        </p:txBody>
      </p:sp>
    </p:spTree>
    <p:extLst>
      <p:ext uri="{BB962C8B-B14F-4D97-AF65-F5344CB8AC3E}">
        <p14:creationId xmlns:p14="http://schemas.microsoft.com/office/powerpoint/2010/main" val="4002026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EB11-03B0-B555-1A18-8D7D5682A957}"/>
              </a:ext>
            </a:extLst>
          </p:cNvPr>
          <p:cNvSpPr>
            <a:spLocks noGrp="1"/>
          </p:cNvSpPr>
          <p:nvPr>
            <p:ph type="title"/>
          </p:nvPr>
        </p:nvSpPr>
        <p:spPr>
          <a:xfrm>
            <a:off x="2231135" y="964692"/>
            <a:ext cx="8344040" cy="826530"/>
          </a:xfrm>
        </p:spPr>
        <p:txBody>
          <a:bodyPr>
            <a:normAutofit/>
          </a:bodyPr>
          <a:lstStyle/>
          <a:p>
            <a:r>
              <a:rPr lang="en-US" dirty="0"/>
              <a:t>Data analysis</a:t>
            </a:r>
            <a:endParaRPr lang="en-ZA" dirty="0"/>
          </a:p>
        </p:txBody>
      </p:sp>
      <p:sp>
        <p:nvSpPr>
          <p:cNvPr id="3" name="Content Placeholder 2">
            <a:extLst>
              <a:ext uri="{FF2B5EF4-FFF2-40B4-BE49-F238E27FC236}">
                <a16:creationId xmlns:a16="http://schemas.microsoft.com/office/drawing/2014/main" id="{63935C3C-4B25-D982-BF6B-811C689B3D83}"/>
              </a:ext>
            </a:extLst>
          </p:cNvPr>
          <p:cNvSpPr>
            <a:spLocks noGrp="1"/>
          </p:cNvSpPr>
          <p:nvPr>
            <p:ph idx="1"/>
          </p:nvPr>
        </p:nvSpPr>
        <p:spPr>
          <a:xfrm>
            <a:off x="2231136" y="2379946"/>
            <a:ext cx="8527786" cy="3360082"/>
          </a:xfrm>
        </p:spPr>
        <p:txBody>
          <a:bodyPr>
            <a:normAutofit/>
          </a:bodyPr>
          <a:lstStyle/>
          <a:p>
            <a:pPr marL="0" indent="0">
              <a:buNone/>
            </a:pPr>
            <a:endParaRPr lang="en-US" dirty="0"/>
          </a:p>
          <a:p>
            <a:pPr>
              <a:buFont typeface="Wingdings" panose="05000000000000000000" pitchFamily="2" charset="2"/>
              <a:buChar char="Ø"/>
            </a:pPr>
            <a:r>
              <a:rPr lang="en-US" sz="2400" dirty="0"/>
              <a:t> We will use the three-algorithm given below to predict the communities and analysis . </a:t>
            </a:r>
          </a:p>
          <a:p>
            <a:pPr>
              <a:buFont typeface="Wingdings" panose="05000000000000000000" pitchFamily="2" charset="2"/>
              <a:buChar char="Ø"/>
            </a:pPr>
            <a:r>
              <a:rPr lang="en-US" sz="2400" dirty="0"/>
              <a:t>Tools we going to use are Python language (SciPy and matplotlib.py) and NetworkX to help us predict and conclude which methods work better and to detect how much the world has evolved</a:t>
            </a:r>
          </a:p>
          <a:p>
            <a:pPr>
              <a:buFont typeface="Wingdings" panose="05000000000000000000" pitchFamily="2" charset="2"/>
              <a:buChar char="Ø"/>
            </a:pPr>
            <a:r>
              <a:rPr lang="en-US" sz="2400" dirty="0"/>
              <a:t> We will use modularity to predict the precision of communities</a:t>
            </a:r>
          </a:p>
          <a:p>
            <a:endParaRPr lang="en-ZA" dirty="0"/>
          </a:p>
        </p:txBody>
      </p:sp>
      <p:sp>
        <p:nvSpPr>
          <p:cNvPr id="4" name="Date Placeholder 3">
            <a:extLst>
              <a:ext uri="{FF2B5EF4-FFF2-40B4-BE49-F238E27FC236}">
                <a16:creationId xmlns:a16="http://schemas.microsoft.com/office/drawing/2014/main" id="{9F3EA848-61FF-C8AD-CA3C-9048C244A834}"/>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7C2B4975-69DD-D118-1DC6-D1D760DC7ED4}"/>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3402EC0B-3FDB-A4DB-D751-BB72EEACA324}"/>
              </a:ext>
            </a:extLst>
          </p:cNvPr>
          <p:cNvSpPr>
            <a:spLocks noGrp="1"/>
          </p:cNvSpPr>
          <p:nvPr>
            <p:ph type="sldNum" sz="quarter" idx="12"/>
          </p:nvPr>
        </p:nvSpPr>
        <p:spPr/>
        <p:txBody>
          <a:bodyPr/>
          <a:lstStyle/>
          <a:p>
            <a:fld id="{FCDC5D13-0321-4383-81EA-F2073319DF27}" type="slidenum">
              <a:rPr lang="en-ZA" smtClean="0"/>
              <a:pPr/>
              <a:t>13</a:t>
            </a:fld>
            <a:endParaRPr lang="en-ZA" dirty="0"/>
          </a:p>
        </p:txBody>
      </p:sp>
    </p:spTree>
    <p:extLst>
      <p:ext uri="{BB962C8B-B14F-4D97-AF65-F5344CB8AC3E}">
        <p14:creationId xmlns:p14="http://schemas.microsoft.com/office/powerpoint/2010/main" val="834169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AF371-6B4A-EF50-A3D2-A257DC1F9D71}"/>
              </a:ext>
            </a:extLst>
          </p:cNvPr>
          <p:cNvSpPr>
            <a:spLocks noGrp="1"/>
          </p:cNvSpPr>
          <p:nvPr>
            <p:ph type="title"/>
          </p:nvPr>
        </p:nvSpPr>
        <p:spPr>
          <a:xfrm>
            <a:off x="1067317" y="513520"/>
            <a:ext cx="10057365" cy="677072"/>
          </a:xfrm>
        </p:spPr>
        <p:txBody>
          <a:bodyPr>
            <a:normAutofit fontScale="90000"/>
          </a:bodyPr>
          <a:lstStyle/>
          <a:p>
            <a:r>
              <a:rPr lang="en-US" dirty="0">
                <a:latin typeface="Arial" panose="020B0604020202020204" pitchFamily="34" charset="0"/>
                <a:cs typeface="Arial" panose="020B0604020202020204" pitchFamily="34" charset="0"/>
              </a:rPr>
              <a:t>Community detection algorithms</a:t>
            </a:r>
            <a:endParaRPr lang="en-ZA"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BA656A4-E566-D5ED-03B6-FC79C24980DB}"/>
              </a:ext>
            </a:extLst>
          </p:cNvPr>
          <p:cNvSpPr>
            <a:spLocks noGrp="1"/>
          </p:cNvSpPr>
          <p:nvPr>
            <p:ph idx="1"/>
          </p:nvPr>
        </p:nvSpPr>
        <p:spPr>
          <a:xfrm>
            <a:off x="1067318" y="1633929"/>
            <a:ext cx="10057365" cy="4583992"/>
          </a:xfrm>
        </p:spPr>
        <p:txBody>
          <a:bodyPr>
            <a:normAutofit/>
          </a:bodyPr>
          <a:lstStyle/>
          <a:p>
            <a:pPr>
              <a:buFont typeface="Wingdings" panose="05000000000000000000" pitchFamily="2" charset="2"/>
              <a:buChar char="§"/>
            </a:pPr>
            <a:r>
              <a:rPr lang="en-US" sz="2000" b="1" dirty="0"/>
              <a:t>Girvan-Newman Algorithm :</a:t>
            </a:r>
          </a:p>
          <a:p>
            <a:pPr marL="0" indent="0" algn="just">
              <a:buNone/>
            </a:pPr>
            <a:r>
              <a:rPr lang="en-US" sz="2000" dirty="0"/>
              <a:t> According to Newman and Girvan they discover a community detection of hierarchical in 2002. This algorithm always starts with an original graph then after it removes edges in betweenness</a:t>
            </a:r>
          </a:p>
          <a:p>
            <a:pPr>
              <a:buFont typeface="Wingdings" panose="05000000000000000000" pitchFamily="2" charset="2"/>
              <a:buChar char="§"/>
            </a:pPr>
            <a:r>
              <a:rPr lang="en-US" sz="2000" b="1" dirty="0"/>
              <a:t>Louvain Algorithm :</a:t>
            </a:r>
          </a:p>
          <a:p>
            <a:pPr marL="0" indent="0" algn="just">
              <a:buNone/>
            </a:pPr>
            <a:r>
              <a:rPr lang="en-US" sz="2000" dirty="0"/>
              <a:t>The Louvain method, introduced by Blondel et al. (2008), is a fast and efficient algorithm for detecting communities by optimizing modularity</a:t>
            </a:r>
          </a:p>
          <a:p>
            <a:pPr>
              <a:buFont typeface="Wingdings" panose="05000000000000000000" pitchFamily="2" charset="2"/>
              <a:buChar char="§"/>
            </a:pPr>
            <a:r>
              <a:rPr lang="en-US" sz="2000" b="1" dirty="0"/>
              <a:t>Spectral Clustering :</a:t>
            </a:r>
          </a:p>
          <a:p>
            <a:pPr marL="0" indent="0" algn="just">
              <a:buNone/>
            </a:pPr>
            <a:r>
              <a:rPr lang="en-US" sz="2000" dirty="0"/>
              <a:t>Spectral clustering algorithms, as outlined by Von Luxburg (2007),  technique that leverage the eigenvalues of the graph to partition the nodes into communities based on similarity. </a:t>
            </a:r>
            <a:r>
              <a:rPr lang="en-GB" sz="2000" dirty="0"/>
              <a:t>method has a graph as Laplacian (L = D- A) where the value L is the eigenvalue and eigenvector of the matrix, D is a matrix of a diagonal degree and A is the matrix adjacency.</a:t>
            </a:r>
            <a:endParaRPr lang="en-US" sz="2000" dirty="0"/>
          </a:p>
          <a:p>
            <a:pPr marL="0" indent="0">
              <a:buNone/>
            </a:pPr>
            <a:endParaRPr lang="en-ZA" sz="2000" dirty="0"/>
          </a:p>
        </p:txBody>
      </p:sp>
      <p:sp>
        <p:nvSpPr>
          <p:cNvPr id="4" name="Date Placeholder 3">
            <a:extLst>
              <a:ext uri="{FF2B5EF4-FFF2-40B4-BE49-F238E27FC236}">
                <a16:creationId xmlns:a16="http://schemas.microsoft.com/office/drawing/2014/main" id="{9B03D01B-56E1-47F6-6349-79317E3C59E5}"/>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13FFFFB6-B1D8-E620-8AF6-DD4DDAD06243}"/>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FF005F37-A47B-F749-31A3-032395AEFF8B}"/>
              </a:ext>
            </a:extLst>
          </p:cNvPr>
          <p:cNvSpPr>
            <a:spLocks noGrp="1"/>
          </p:cNvSpPr>
          <p:nvPr>
            <p:ph type="sldNum" sz="quarter" idx="12"/>
          </p:nvPr>
        </p:nvSpPr>
        <p:spPr/>
        <p:txBody>
          <a:bodyPr/>
          <a:lstStyle/>
          <a:p>
            <a:fld id="{FCDC5D13-0321-4383-81EA-F2073319DF27}" type="slidenum">
              <a:rPr lang="en-ZA" smtClean="0"/>
              <a:pPr/>
              <a:t>14</a:t>
            </a:fld>
            <a:endParaRPr lang="en-ZA" dirty="0"/>
          </a:p>
        </p:txBody>
      </p:sp>
    </p:spTree>
    <p:extLst>
      <p:ext uri="{BB962C8B-B14F-4D97-AF65-F5344CB8AC3E}">
        <p14:creationId xmlns:p14="http://schemas.microsoft.com/office/powerpoint/2010/main" val="181516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10" y="301753"/>
            <a:ext cx="10343213" cy="837500"/>
          </a:xfrm>
        </p:spPr>
        <p:txBody>
          <a:bodyPr>
            <a:normAutofit/>
          </a:bodyPr>
          <a:lstStyle/>
          <a:p>
            <a:r>
              <a:rPr lang="en-ZA" dirty="0"/>
              <a:t>Results &amp; Discussion</a:t>
            </a:r>
          </a:p>
        </p:txBody>
      </p:sp>
      <p:graphicFrame>
        <p:nvGraphicFramePr>
          <p:cNvPr id="8" name="Table 8">
            <a:extLst>
              <a:ext uri="{FF2B5EF4-FFF2-40B4-BE49-F238E27FC236}">
                <a16:creationId xmlns:a16="http://schemas.microsoft.com/office/drawing/2014/main" id="{96F8C0B0-8BD6-FF13-3BEC-CC8C82ED1831}"/>
              </a:ext>
            </a:extLst>
          </p:cNvPr>
          <p:cNvGraphicFramePr>
            <a:graphicFrameLocks noGrp="1"/>
          </p:cNvGraphicFramePr>
          <p:nvPr>
            <p:ph idx="1"/>
            <p:extLst>
              <p:ext uri="{D42A27DB-BD31-4B8C-83A1-F6EECF244321}">
                <p14:modId xmlns:p14="http://schemas.microsoft.com/office/powerpoint/2010/main" val="4129912130"/>
              </p:ext>
            </p:extLst>
          </p:nvPr>
        </p:nvGraphicFramePr>
        <p:xfrm>
          <a:off x="899410" y="1708879"/>
          <a:ext cx="10343212" cy="4681987"/>
        </p:xfrm>
        <a:graphic>
          <a:graphicData uri="http://schemas.openxmlformats.org/drawingml/2006/table">
            <a:tbl>
              <a:tblPr firstRow="1" bandRow="1">
                <a:tableStyleId>{2A488322-F2BA-4B5B-9748-0D474271808F}</a:tableStyleId>
              </a:tblPr>
              <a:tblGrid>
                <a:gridCol w="3123369">
                  <a:extLst>
                    <a:ext uri="{9D8B030D-6E8A-4147-A177-3AD203B41FA5}">
                      <a16:colId xmlns:a16="http://schemas.microsoft.com/office/drawing/2014/main" val="226009549"/>
                    </a:ext>
                  </a:extLst>
                </a:gridCol>
                <a:gridCol w="7219843">
                  <a:extLst>
                    <a:ext uri="{9D8B030D-6E8A-4147-A177-3AD203B41FA5}">
                      <a16:colId xmlns:a16="http://schemas.microsoft.com/office/drawing/2014/main" val="360606162"/>
                    </a:ext>
                  </a:extLst>
                </a:gridCol>
              </a:tblGrid>
              <a:tr h="789452">
                <a:tc>
                  <a:txBody>
                    <a:bodyPr/>
                    <a:lstStyle/>
                    <a:p>
                      <a:r>
                        <a:rPr lang="en-ZA" dirty="0"/>
                        <a:t>Measurement of analysis</a:t>
                      </a:r>
                    </a:p>
                  </a:txBody>
                  <a:tcPr/>
                </a:tc>
                <a:tc>
                  <a:txBody>
                    <a:bodyPr/>
                    <a:lstStyle/>
                    <a:p>
                      <a:endParaRPr lang="en-ZA" dirty="0"/>
                    </a:p>
                  </a:txBody>
                  <a:tcPr/>
                </a:tc>
                <a:extLst>
                  <a:ext uri="{0D108BD9-81ED-4DB2-BD59-A6C34878D82A}">
                    <a16:rowId xmlns:a16="http://schemas.microsoft.com/office/drawing/2014/main" val="1456707211"/>
                  </a:ext>
                </a:extLst>
              </a:tr>
              <a:tr h="999963">
                <a:tc>
                  <a:txBody>
                    <a:bodyPr/>
                    <a:lstStyle/>
                    <a:p>
                      <a:r>
                        <a:rPr lang="en-ZA" dirty="0"/>
                        <a:t>Modularity</a:t>
                      </a:r>
                    </a:p>
                  </a:txBody>
                  <a:tcPr/>
                </a:tc>
                <a:tc>
                  <a:txBody>
                    <a:bodyPr/>
                    <a:lstStyle/>
                    <a:p>
                      <a:r>
                        <a:rPr lang="en-ZA" dirty="0"/>
                        <a:t>Measure the strength of division of the network into communities</a:t>
                      </a:r>
                    </a:p>
                    <a:p>
                      <a:r>
                        <a:rPr lang="en-ZA" dirty="0"/>
                        <a:t>The higher modularity the better the communities</a:t>
                      </a:r>
                    </a:p>
                    <a:p>
                      <a:r>
                        <a:rPr lang="en-ZA" dirty="0"/>
                        <a:t>Modularity satisfied if   -1&lt;Q &lt;1</a:t>
                      </a:r>
                    </a:p>
                    <a:p>
                      <a:endParaRPr lang="en-ZA" dirty="0"/>
                    </a:p>
                  </a:txBody>
                  <a:tcPr/>
                </a:tc>
                <a:extLst>
                  <a:ext uri="{0D108BD9-81ED-4DB2-BD59-A6C34878D82A}">
                    <a16:rowId xmlns:a16="http://schemas.microsoft.com/office/drawing/2014/main" val="2057896470"/>
                  </a:ext>
                </a:extLst>
              </a:tr>
              <a:tr h="789452">
                <a:tc>
                  <a:txBody>
                    <a:bodyPr/>
                    <a:lstStyle/>
                    <a:p>
                      <a:r>
                        <a:rPr lang="en-ZA" dirty="0"/>
                        <a:t>Degree Centrality</a:t>
                      </a:r>
                    </a:p>
                  </a:txBody>
                  <a:tcPr/>
                </a:tc>
                <a:tc>
                  <a:txBody>
                    <a:bodyPr/>
                    <a:lstStyle/>
                    <a:p>
                      <a:r>
                        <a:rPr lang="en-ZA" dirty="0"/>
                        <a:t>Represent the number of direct connections a node has with other nodes in a network that ranges from 0 &lt;DC&lt; 1</a:t>
                      </a:r>
                    </a:p>
                  </a:txBody>
                  <a:tcPr/>
                </a:tc>
                <a:extLst>
                  <a:ext uri="{0D108BD9-81ED-4DB2-BD59-A6C34878D82A}">
                    <a16:rowId xmlns:a16="http://schemas.microsoft.com/office/drawing/2014/main" val="1608898342"/>
                  </a:ext>
                </a:extLst>
              </a:tr>
              <a:tr h="896841">
                <a:tc>
                  <a:txBody>
                    <a:bodyPr/>
                    <a:lstStyle/>
                    <a:p>
                      <a:r>
                        <a:rPr lang="en-ZA" dirty="0"/>
                        <a:t>Eigenvalue Centrality</a:t>
                      </a:r>
                    </a:p>
                  </a:txBody>
                  <a:tcPr/>
                </a:tc>
                <a:tc>
                  <a:txBody>
                    <a:bodyPr/>
                    <a:lstStyle/>
                    <a:p>
                      <a:r>
                        <a:rPr lang="en-GB" dirty="0"/>
                        <a:t>The centrality calculates the influence of a node in a network. A node is more central if it is connected to many nodes who are central.</a:t>
                      </a:r>
                    </a:p>
                    <a:p>
                      <a:r>
                        <a:rPr lang="en-GB" dirty="0"/>
                        <a:t>Eigenvalue central takes the direct and indirect connection.</a:t>
                      </a:r>
                      <a:endParaRPr lang="en-ZA" dirty="0"/>
                    </a:p>
                  </a:txBody>
                  <a:tcPr/>
                </a:tc>
                <a:extLst>
                  <a:ext uri="{0D108BD9-81ED-4DB2-BD59-A6C34878D82A}">
                    <a16:rowId xmlns:a16="http://schemas.microsoft.com/office/drawing/2014/main" val="500401440"/>
                  </a:ext>
                </a:extLst>
              </a:tr>
              <a:tr h="999963">
                <a:tc>
                  <a:txBody>
                    <a:bodyPr/>
                    <a:lstStyle/>
                    <a:p>
                      <a:r>
                        <a:rPr lang="en-ZA" dirty="0"/>
                        <a:t>Betweenness Centrality</a:t>
                      </a:r>
                    </a:p>
                  </a:txBody>
                  <a:tcPr/>
                </a:tc>
                <a:tc>
                  <a:txBody>
                    <a:bodyPr/>
                    <a:lstStyle/>
                    <a:p>
                      <a:r>
                        <a:rPr lang="en-ZA" dirty="0"/>
                        <a:t>Is a measure used to identify the edges with the highest betweenness which often connect different communities</a:t>
                      </a:r>
                    </a:p>
                  </a:txBody>
                  <a:tcPr/>
                </a:tc>
                <a:extLst>
                  <a:ext uri="{0D108BD9-81ED-4DB2-BD59-A6C34878D82A}">
                    <a16:rowId xmlns:a16="http://schemas.microsoft.com/office/drawing/2014/main" val="10569057"/>
                  </a:ext>
                </a:extLst>
              </a:tr>
            </a:tbl>
          </a:graphicData>
        </a:graphic>
      </p:graphicFrame>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15</a:t>
            </a:fld>
            <a:endParaRPr lang="en-ZA" dirty="0"/>
          </a:p>
        </p:txBody>
      </p:sp>
    </p:spTree>
    <p:extLst>
      <p:ext uri="{BB962C8B-B14F-4D97-AF65-F5344CB8AC3E}">
        <p14:creationId xmlns:p14="http://schemas.microsoft.com/office/powerpoint/2010/main" val="3716475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5BE885-0A42-6D38-01F3-E280CFB9CF1A}"/>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223EE5F1-4B05-5D11-8AFE-8591F497EDCE}"/>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7CAA9C97-370C-4AD3-87BC-E976DAF87A7A}"/>
              </a:ext>
            </a:extLst>
          </p:cNvPr>
          <p:cNvSpPr>
            <a:spLocks noGrp="1"/>
          </p:cNvSpPr>
          <p:nvPr>
            <p:ph type="sldNum" sz="quarter" idx="12"/>
          </p:nvPr>
        </p:nvSpPr>
        <p:spPr/>
        <p:txBody>
          <a:bodyPr/>
          <a:lstStyle/>
          <a:p>
            <a:fld id="{FCDC5D13-0321-4383-81EA-F2073319DF27}" type="slidenum">
              <a:rPr lang="en-ZA" smtClean="0"/>
              <a:pPr/>
              <a:t>16</a:t>
            </a:fld>
            <a:endParaRPr lang="en-ZA" dirty="0"/>
          </a:p>
        </p:txBody>
      </p:sp>
      <p:pic>
        <p:nvPicPr>
          <p:cNvPr id="5" name="Picture 4">
            <a:extLst>
              <a:ext uri="{FF2B5EF4-FFF2-40B4-BE49-F238E27FC236}">
                <a16:creationId xmlns:a16="http://schemas.microsoft.com/office/drawing/2014/main" id="{C310C7B4-C572-DE08-8609-D3B9DF911007}"/>
              </a:ext>
            </a:extLst>
          </p:cNvPr>
          <p:cNvPicPr>
            <a:picLocks noChangeAspect="1"/>
          </p:cNvPicPr>
          <p:nvPr/>
        </p:nvPicPr>
        <p:blipFill>
          <a:blip r:embed="rId2"/>
          <a:stretch>
            <a:fillRect/>
          </a:stretch>
        </p:blipFill>
        <p:spPr>
          <a:xfrm>
            <a:off x="1259174" y="1109272"/>
            <a:ext cx="9728616" cy="4796854"/>
          </a:xfrm>
          <a:prstGeom prst="rect">
            <a:avLst/>
          </a:prstGeom>
        </p:spPr>
      </p:pic>
      <p:graphicFrame>
        <p:nvGraphicFramePr>
          <p:cNvPr id="6" name="Table 5">
            <a:extLst>
              <a:ext uri="{FF2B5EF4-FFF2-40B4-BE49-F238E27FC236}">
                <a16:creationId xmlns:a16="http://schemas.microsoft.com/office/drawing/2014/main" id="{4F20C2EF-06FF-D8A2-74CB-05C4F3D27C78}"/>
              </a:ext>
            </a:extLst>
          </p:cNvPr>
          <p:cNvGraphicFramePr>
            <a:graphicFrameLocks noGrp="1"/>
          </p:cNvGraphicFramePr>
          <p:nvPr>
            <p:extLst>
              <p:ext uri="{D42A27DB-BD31-4B8C-83A1-F6EECF244321}">
                <p14:modId xmlns:p14="http://schemas.microsoft.com/office/powerpoint/2010/main" val="2545554089"/>
              </p:ext>
            </p:extLst>
          </p:nvPr>
        </p:nvGraphicFramePr>
        <p:xfrm>
          <a:off x="1259174" y="149902"/>
          <a:ext cx="7929796" cy="647576"/>
        </p:xfrm>
        <a:graphic>
          <a:graphicData uri="http://schemas.openxmlformats.org/drawingml/2006/table">
            <a:tbl>
              <a:tblPr/>
              <a:tblGrid>
                <a:gridCol w="7929796">
                  <a:extLst>
                    <a:ext uri="{9D8B030D-6E8A-4147-A177-3AD203B41FA5}">
                      <a16:colId xmlns:a16="http://schemas.microsoft.com/office/drawing/2014/main" val="1786809250"/>
                    </a:ext>
                  </a:extLst>
                </a:gridCol>
              </a:tblGrid>
              <a:tr h="647576">
                <a:tc>
                  <a:txBody>
                    <a:bodyPr/>
                    <a:lstStyle/>
                    <a:p>
                      <a:pPr algn="l"/>
                      <a:r>
                        <a:rPr lang="en-ZA" sz="2400" dirty="0"/>
                        <a:t>Figure 1.1 Social media platform rating</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6315778"/>
                  </a:ext>
                </a:extLst>
              </a:tr>
            </a:tbl>
          </a:graphicData>
        </a:graphic>
      </p:graphicFrame>
    </p:spTree>
    <p:extLst>
      <p:ext uri="{BB962C8B-B14F-4D97-AF65-F5344CB8AC3E}">
        <p14:creationId xmlns:p14="http://schemas.microsoft.com/office/powerpoint/2010/main" val="138111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3054A-42A1-F0B8-D588-D5E24C2A2B08}"/>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F9C048DB-9346-D776-EF54-A55D1D319446}"/>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7C0EF743-4BA9-58C2-D08C-F9DA188C7665}"/>
              </a:ext>
            </a:extLst>
          </p:cNvPr>
          <p:cNvSpPr>
            <a:spLocks noGrp="1"/>
          </p:cNvSpPr>
          <p:nvPr>
            <p:ph type="sldNum" sz="quarter" idx="12"/>
          </p:nvPr>
        </p:nvSpPr>
        <p:spPr/>
        <p:txBody>
          <a:bodyPr/>
          <a:lstStyle/>
          <a:p>
            <a:fld id="{FCDC5D13-0321-4383-81EA-F2073319DF27}" type="slidenum">
              <a:rPr lang="en-ZA" smtClean="0"/>
              <a:pPr/>
              <a:t>17</a:t>
            </a:fld>
            <a:endParaRPr lang="en-ZA" dirty="0"/>
          </a:p>
        </p:txBody>
      </p:sp>
      <p:pic>
        <p:nvPicPr>
          <p:cNvPr id="6" name="Picture 5">
            <a:extLst>
              <a:ext uri="{FF2B5EF4-FFF2-40B4-BE49-F238E27FC236}">
                <a16:creationId xmlns:a16="http://schemas.microsoft.com/office/drawing/2014/main" id="{787107C9-F51E-E4E4-B628-848AC62C37BF}"/>
              </a:ext>
            </a:extLst>
          </p:cNvPr>
          <p:cNvPicPr>
            <a:picLocks noChangeAspect="1"/>
          </p:cNvPicPr>
          <p:nvPr/>
        </p:nvPicPr>
        <p:blipFill>
          <a:blip r:embed="rId2"/>
          <a:stretch>
            <a:fillRect/>
          </a:stretch>
        </p:blipFill>
        <p:spPr>
          <a:xfrm>
            <a:off x="1109272" y="959370"/>
            <a:ext cx="10015410" cy="5111645"/>
          </a:xfrm>
          <a:prstGeom prst="rect">
            <a:avLst/>
          </a:prstGeom>
        </p:spPr>
      </p:pic>
      <p:graphicFrame>
        <p:nvGraphicFramePr>
          <p:cNvPr id="7" name="Table 6">
            <a:extLst>
              <a:ext uri="{FF2B5EF4-FFF2-40B4-BE49-F238E27FC236}">
                <a16:creationId xmlns:a16="http://schemas.microsoft.com/office/drawing/2014/main" id="{F623103A-15D4-F413-00E0-247E2A4A1C05}"/>
              </a:ext>
            </a:extLst>
          </p:cNvPr>
          <p:cNvGraphicFramePr>
            <a:graphicFrameLocks noGrp="1"/>
          </p:cNvGraphicFramePr>
          <p:nvPr>
            <p:extLst>
              <p:ext uri="{D42A27DB-BD31-4B8C-83A1-F6EECF244321}">
                <p14:modId xmlns:p14="http://schemas.microsoft.com/office/powerpoint/2010/main" val="1697251568"/>
              </p:ext>
            </p:extLst>
          </p:nvPr>
        </p:nvGraphicFramePr>
        <p:xfrm>
          <a:off x="1109272" y="344774"/>
          <a:ext cx="3837482" cy="467691"/>
        </p:xfrm>
        <a:graphic>
          <a:graphicData uri="http://schemas.openxmlformats.org/drawingml/2006/table">
            <a:tbl>
              <a:tblPr>
                <a:tableStyleId>{2D5ABB26-0587-4C30-8999-92F81FD0307C}</a:tableStyleId>
              </a:tblPr>
              <a:tblGrid>
                <a:gridCol w="3837482">
                  <a:extLst>
                    <a:ext uri="{9D8B030D-6E8A-4147-A177-3AD203B41FA5}">
                      <a16:colId xmlns:a16="http://schemas.microsoft.com/office/drawing/2014/main" val="500599182"/>
                    </a:ext>
                  </a:extLst>
                </a:gridCol>
              </a:tblGrid>
              <a:tr h="467691">
                <a:tc>
                  <a:txBody>
                    <a:bodyPr/>
                    <a:lstStyle/>
                    <a:p>
                      <a:r>
                        <a:rPr lang="en-ZA" dirty="0"/>
                        <a:t>Figure 1.2  percentage of internet users</a:t>
                      </a:r>
                    </a:p>
                  </a:txBody>
                  <a:tcPr/>
                </a:tc>
                <a:extLst>
                  <a:ext uri="{0D108BD9-81ED-4DB2-BD59-A6C34878D82A}">
                    <a16:rowId xmlns:a16="http://schemas.microsoft.com/office/drawing/2014/main" val="3672680739"/>
                  </a:ext>
                </a:extLst>
              </a:tr>
            </a:tbl>
          </a:graphicData>
        </a:graphic>
      </p:graphicFrame>
    </p:spTree>
    <p:extLst>
      <p:ext uri="{BB962C8B-B14F-4D97-AF65-F5344CB8AC3E}">
        <p14:creationId xmlns:p14="http://schemas.microsoft.com/office/powerpoint/2010/main" val="288695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7024E1-1D83-C543-F8D3-CAACB03D289A}"/>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D2840103-2245-880E-B1B9-851DB687C3C3}"/>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138BE77B-E0FC-F4FA-1E5B-A2109EA42CC3}"/>
              </a:ext>
            </a:extLst>
          </p:cNvPr>
          <p:cNvSpPr>
            <a:spLocks noGrp="1"/>
          </p:cNvSpPr>
          <p:nvPr>
            <p:ph type="sldNum" sz="quarter" idx="12"/>
          </p:nvPr>
        </p:nvSpPr>
        <p:spPr/>
        <p:txBody>
          <a:bodyPr/>
          <a:lstStyle/>
          <a:p>
            <a:fld id="{FCDC5D13-0321-4383-81EA-F2073319DF27}" type="slidenum">
              <a:rPr lang="en-ZA" smtClean="0"/>
              <a:pPr/>
              <a:t>18</a:t>
            </a:fld>
            <a:endParaRPr lang="en-ZA" dirty="0"/>
          </a:p>
        </p:txBody>
      </p:sp>
      <p:sp>
        <p:nvSpPr>
          <p:cNvPr id="6" name="Rectangle 1">
            <a:extLst>
              <a:ext uri="{FF2B5EF4-FFF2-40B4-BE49-F238E27FC236}">
                <a16:creationId xmlns:a16="http://schemas.microsoft.com/office/drawing/2014/main" id="{24D2EECE-1329-2D91-FA3A-8E8DD597E83B}"/>
              </a:ext>
            </a:extLst>
          </p:cNvPr>
          <p:cNvSpPr>
            <a:spLocks noChangeArrowheads="1"/>
          </p:cNvSpPr>
          <p:nvPr/>
        </p:nvSpPr>
        <p:spPr bwMode="auto">
          <a:xfrm>
            <a:off x="3419475" y="26130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graphicFrame>
        <p:nvGraphicFramePr>
          <p:cNvPr id="7" name="Table 6">
            <a:extLst>
              <a:ext uri="{FF2B5EF4-FFF2-40B4-BE49-F238E27FC236}">
                <a16:creationId xmlns:a16="http://schemas.microsoft.com/office/drawing/2014/main" id="{A471B5BF-9101-D977-3022-E424069FB652}"/>
              </a:ext>
            </a:extLst>
          </p:cNvPr>
          <p:cNvGraphicFramePr>
            <a:graphicFrameLocks noGrp="1"/>
          </p:cNvGraphicFramePr>
          <p:nvPr>
            <p:extLst>
              <p:ext uri="{D42A27DB-BD31-4B8C-83A1-F6EECF244321}">
                <p14:modId xmlns:p14="http://schemas.microsoft.com/office/powerpoint/2010/main" val="2416444862"/>
              </p:ext>
            </p:extLst>
          </p:nvPr>
        </p:nvGraphicFramePr>
        <p:xfrm>
          <a:off x="899410" y="1088592"/>
          <a:ext cx="10225272" cy="5129328"/>
        </p:xfrm>
        <a:graphic>
          <a:graphicData uri="http://schemas.openxmlformats.org/drawingml/2006/table">
            <a:tbl>
              <a:tblPr firstRow="1" firstCol="1" bandRow="1">
                <a:tableStyleId>{EB9631B5-78F2-41C9-869B-9F39066F8104}</a:tableStyleId>
              </a:tblPr>
              <a:tblGrid>
                <a:gridCol w="2041501">
                  <a:extLst>
                    <a:ext uri="{9D8B030D-6E8A-4147-A177-3AD203B41FA5}">
                      <a16:colId xmlns:a16="http://schemas.microsoft.com/office/drawing/2014/main" val="3606891471"/>
                    </a:ext>
                  </a:extLst>
                </a:gridCol>
                <a:gridCol w="2043869">
                  <a:extLst>
                    <a:ext uri="{9D8B030D-6E8A-4147-A177-3AD203B41FA5}">
                      <a16:colId xmlns:a16="http://schemas.microsoft.com/office/drawing/2014/main" val="478923654"/>
                    </a:ext>
                  </a:extLst>
                </a:gridCol>
                <a:gridCol w="2043869">
                  <a:extLst>
                    <a:ext uri="{9D8B030D-6E8A-4147-A177-3AD203B41FA5}">
                      <a16:colId xmlns:a16="http://schemas.microsoft.com/office/drawing/2014/main" val="1048710506"/>
                    </a:ext>
                  </a:extLst>
                </a:gridCol>
                <a:gridCol w="2045055">
                  <a:extLst>
                    <a:ext uri="{9D8B030D-6E8A-4147-A177-3AD203B41FA5}">
                      <a16:colId xmlns:a16="http://schemas.microsoft.com/office/drawing/2014/main" val="2421896586"/>
                    </a:ext>
                  </a:extLst>
                </a:gridCol>
                <a:gridCol w="2050978">
                  <a:extLst>
                    <a:ext uri="{9D8B030D-6E8A-4147-A177-3AD203B41FA5}">
                      <a16:colId xmlns:a16="http://schemas.microsoft.com/office/drawing/2014/main" val="644589065"/>
                    </a:ext>
                  </a:extLst>
                </a:gridCol>
              </a:tblGrid>
              <a:tr h="881089">
                <a:tc>
                  <a:txBody>
                    <a:bodyPr/>
                    <a:lstStyle/>
                    <a:p>
                      <a:pPr algn="just">
                        <a:lnSpc>
                          <a:spcPct val="150000"/>
                        </a:lnSpc>
                        <a:spcBef>
                          <a:spcPts val="1200"/>
                        </a:spcBef>
                        <a:spcAft>
                          <a:spcPts val="1000"/>
                        </a:spcAft>
                      </a:pPr>
                      <a:r>
                        <a:rPr lang="en-ZA" sz="2000" dirty="0">
                          <a:effectLst/>
                        </a:rPr>
                        <a:t>Nodes</a:t>
                      </a:r>
                      <a:endParaRPr lang="en-ZA" sz="20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just">
                        <a:lnSpc>
                          <a:spcPct val="150000"/>
                        </a:lnSpc>
                        <a:spcBef>
                          <a:spcPts val="1200"/>
                        </a:spcBef>
                        <a:spcAft>
                          <a:spcPts val="1000"/>
                        </a:spcAft>
                      </a:pPr>
                      <a:r>
                        <a:rPr lang="en-ZA" sz="2000" dirty="0">
                          <a:effectLst/>
                        </a:rPr>
                        <a:t>Degree Centrality</a:t>
                      </a:r>
                      <a:endParaRPr lang="en-ZA" sz="20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just">
                        <a:lnSpc>
                          <a:spcPct val="150000"/>
                        </a:lnSpc>
                        <a:spcBef>
                          <a:spcPts val="1200"/>
                        </a:spcBef>
                        <a:spcAft>
                          <a:spcPts val="1000"/>
                        </a:spcAft>
                      </a:pPr>
                      <a:r>
                        <a:rPr lang="en-ZA" sz="2000">
                          <a:effectLst/>
                        </a:rPr>
                        <a:t>Closeness Centrality</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just">
                        <a:lnSpc>
                          <a:spcPct val="150000"/>
                        </a:lnSpc>
                        <a:spcBef>
                          <a:spcPts val="1200"/>
                        </a:spcBef>
                        <a:spcAft>
                          <a:spcPts val="1000"/>
                        </a:spcAft>
                      </a:pPr>
                      <a:r>
                        <a:rPr lang="en-ZA" sz="2000">
                          <a:effectLst/>
                        </a:rPr>
                        <a:t>Betweenness Centrality</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just">
                        <a:lnSpc>
                          <a:spcPct val="150000"/>
                        </a:lnSpc>
                        <a:spcBef>
                          <a:spcPts val="1200"/>
                        </a:spcBef>
                        <a:spcAft>
                          <a:spcPts val="1000"/>
                        </a:spcAft>
                      </a:pPr>
                      <a:r>
                        <a:rPr lang="en-ZA" sz="2000" dirty="0">
                          <a:effectLst/>
                        </a:rPr>
                        <a:t>Eigenvector Centrality</a:t>
                      </a:r>
                      <a:endParaRPr lang="en-ZA" sz="20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1815086631"/>
                  </a:ext>
                </a:extLst>
              </a:tr>
              <a:tr h="371655">
                <a:tc>
                  <a:txBody>
                    <a:bodyPr/>
                    <a:lstStyle/>
                    <a:p>
                      <a:pPr algn="ctr">
                        <a:lnSpc>
                          <a:spcPct val="150000"/>
                        </a:lnSpc>
                        <a:spcBef>
                          <a:spcPts val="1200"/>
                        </a:spcBef>
                        <a:spcAft>
                          <a:spcPts val="1000"/>
                        </a:spcAft>
                      </a:pPr>
                      <a:r>
                        <a:rPr lang="en-ZA" sz="1800" dirty="0">
                          <a:effectLst/>
                        </a:rPr>
                        <a:t>1</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0.111111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0.31034</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0.0</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0.1941</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3373863327"/>
                  </a:ext>
                </a:extLst>
              </a:tr>
              <a:tr h="371655">
                <a:tc>
                  <a:txBody>
                    <a:bodyPr/>
                    <a:lstStyle/>
                    <a:p>
                      <a:pPr algn="ctr">
                        <a:lnSpc>
                          <a:spcPct val="150000"/>
                        </a:lnSpc>
                        <a:spcBef>
                          <a:spcPts val="1200"/>
                        </a:spcBef>
                        <a:spcAft>
                          <a:spcPts val="1000"/>
                        </a:spcAft>
                      </a:pPr>
                      <a:r>
                        <a:rPr lang="en-ZA" sz="1800" dirty="0">
                          <a:effectLst/>
                        </a:rPr>
                        <a:t>2</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0.111111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0.29032</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0.0</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0.06602</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1292737287"/>
                  </a:ext>
                </a:extLst>
              </a:tr>
              <a:tr h="371655">
                <a:tc>
                  <a:txBody>
                    <a:bodyPr/>
                    <a:lstStyle/>
                    <a:p>
                      <a:pPr algn="ctr">
                        <a:lnSpc>
                          <a:spcPct val="150000"/>
                        </a:lnSpc>
                        <a:spcBef>
                          <a:spcPts val="1200"/>
                        </a:spcBef>
                        <a:spcAft>
                          <a:spcPts val="1000"/>
                        </a:spcAft>
                      </a:pPr>
                      <a:r>
                        <a:rPr lang="en-ZA" sz="1800">
                          <a:effectLst/>
                        </a:rPr>
                        <a:t>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0.333333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0.4285</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0.4833</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3435691896"/>
                  </a:ext>
                </a:extLst>
              </a:tr>
              <a:tr h="371655">
                <a:tc>
                  <a:txBody>
                    <a:bodyPr/>
                    <a:lstStyle/>
                    <a:p>
                      <a:pPr algn="ctr">
                        <a:lnSpc>
                          <a:spcPct val="150000"/>
                        </a:lnSpc>
                        <a:spcBef>
                          <a:spcPts val="1200"/>
                        </a:spcBef>
                        <a:spcAft>
                          <a:spcPts val="1000"/>
                        </a:spcAft>
                      </a:pPr>
                      <a:r>
                        <a:rPr lang="en-ZA" sz="1800" dirty="0">
                          <a:effectLst/>
                        </a:rPr>
                        <a:t>4</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0.39131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0.16439</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2997030023"/>
                  </a:ext>
                </a:extLst>
              </a:tr>
              <a:tr h="371655">
                <a:tc>
                  <a:txBody>
                    <a:bodyPr/>
                    <a:lstStyle/>
                    <a:p>
                      <a:pPr algn="ctr">
                        <a:lnSpc>
                          <a:spcPct val="150000"/>
                        </a:lnSpc>
                        <a:spcBef>
                          <a:spcPts val="1200"/>
                        </a:spcBef>
                        <a:spcAft>
                          <a:spcPts val="1000"/>
                        </a:spcAft>
                      </a:pPr>
                      <a:r>
                        <a:rPr lang="en-ZA" sz="1800" dirty="0">
                          <a:effectLst/>
                        </a:rPr>
                        <a:t>5</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0.333333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0.529411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0.55555</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0.52609</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1536415267"/>
                  </a:ext>
                </a:extLst>
              </a:tr>
              <a:tr h="371655">
                <a:tc>
                  <a:txBody>
                    <a:bodyPr/>
                    <a:lstStyle/>
                    <a:p>
                      <a:pPr algn="ctr">
                        <a:lnSpc>
                          <a:spcPct val="150000"/>
                        </a:lnSpc>
                        <a:spcBef>
                          <a:spcPts val="1200"/>
                        </a:spcBef>
                        <a:spcAft>
                          <a:spcPts val="1000"/>
                        </a:spcAft>
                      </a:pPr>
                      <a:r>
                        <a:rPr lang="en-ZA" sz="1800" dirty="0">
                          <a:effectLst/>
                        </a:rPr>
                        <a:t>6</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0.333333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0.42857</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0.48333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3738880998"/>
                  </a:ext>
                </a:extLst>
              </a:tr>
              <a:tr h="371655">
                <a:tc>
                  <a:txBody>
                    <a:bodyPr/>
                    <a:lstStyle/>
                    <a:p>
                      <a:pPr algn="ctr">
                        <a:lnSpc>
                          <a:spcPct val="150000"/>
                        </a:lnSpc>
                        <a:spcBef>
                          <a:spcPts val="1200"/>
                        </a:spcBef>
                        <a:spcAft>
                          <a:spcPts val="1000"/>
                        </a:spcAft>
                      </a:pPr>
                      <a:r>
                        <a:rPr lang="en-ZA" sz="1800" dirty="0">
                          <a:effectLst/>
                        </a:rPr>
                        <a:t>7</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0.111111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0.310344</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0.0</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0.194107</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4090641690"/>
                  </a:ext>
                </a:extLst>
              </a:tr>
              <a:tr h="673086">
                <a:tc>
                  <a:txBody>
                    <a:bodyPr/>
                    <a:lstStyle/>
                    <a:p>
                      <a:pPr algn="ctr">
                        <a:lnSpc>
                          <a:spcPct val="150000"/>
                        </a:lnSpc>
                        <a:spcBef>
                          <a:spcPts val="1200"/>
                        </a:spcBef>
                        <a:spcAft>
                          <a:spcPts val="1000"/>
                        </a:spcAft>
                      </a:pPr>
                      <a:r>
                        <a:rPr lang="en-ZA" sz="1800">
                          <a:effectLst/>
                        </a:rPr>
                        <a:t>8</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0.39130</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0.22222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0.16439</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641658423"/>
                  </a:ext>
                </a:extLst>
              </a:tr>
              <a:tr h="552891">
                <a:tc>
                  <a:txBody>
                    <a:bodyPr/>
                    <a:lstStyle/>
                    <a:p>
                      <a:pPr algn="ctr">
                        <a:lnSpc>
                          <a:spcPct val="150000"/>
                        </a:lnSpc>
                        <a:spcBef>
                          <a:spcPts val="1200"/>
                        </a:spcBef>
                        <a:spcAft>
                          <a:spcPts val="1000"/>
                        </a:spcAft>
                      </a:pPr>
                      <a:r>
                        <a:rPr lang="en-ZA" sz="1800">
                          <a:effectLst/>
                        </a:rPr>
                        <a:t>9</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0.111111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0.290322</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0.0</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0.06602059</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3234045515"/>
                  </a:ext>
                </a:extLst>
              </a:tr>
              <a:tr h="420677">
                <a:tc>
                  <a:txBody>
                    <a:bodyPr/>
                    <a:lstStyle/>
                    <a:p>
                      <a:pPr algn="ctr">
                        <a:lnSpc>
                          <a:spcPct val="150000"/>
                        </a:lnSpc>
                        <a:spcBef>
                          <a:spcPts val="1200"/>
                        </a:spcBef>
                        <a:spcAft>
                          <a:spcPts val="1000"/>
                        </a:spcAft>
                      </a:pPr>
                      <a:r>
                        <a:rPr lang="en-ZA" sz="1800" dirty="0">
                          <a:effectLst/>
                        </a:rPr>
                        <a:t>15</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0.333333</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0.529411</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a:effectLst/>
                        </a:rPr>
                        <a:t>0.66666</a:t>
                      </a:r>
                      <a:endParaRPr lang="en-ZA" sz="180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tc>
                  <a:txBody>
                    <a:bodyPr/>
                    <a:lstStyle/>
                    <a:p>
                      <a:pPr algn="ctr">
                        <a:lnSpc>
                          <a:spcPct val="150000"/>
                        </a:lnSpc>
                        <a:spcBef>
                          <a:spcPts val="1200"/>
                        </a:spcBef>
                        <a:spcAft>
                          <a:spcPts val="1000"/>
                        </a:spcAft>
                      </a:pPr>
                      <a:r>
                        <a:rPr lang="en-ZA" sz="1800" dirty="0">
                          <a:effectLst/>
                        </a:rPr>
                        <a:t>0.343319</a:t>
                      </a:r>
                      <a:endParaRPr lang="en-ZA" sz="1800" dirty="0">
                        <a:effectLst/>
                        <a:latin typeface="Times New Roman" panose="02020603050405020304" pitchFamily="18" charset="0"/>
                        <a:ea typeface="Calibri" panose="020F0502020204030204" pitchFamily="34" charset="0"/>
                        <a:cs typeface="Arial" panose="020B0604020202020204" pitchFamily="34" charset="0"/>
                      </a:endParaRPr>
                    </a:p>
                  </a:txBody>
                  <a:tcPr marL="60623" marR="60623" marT="0" marB="0"/>
                </a:tc>
                <a:extLst>
                  <a:ext uri="{0D108BD9-81ED-4DB2-BD59-A6C34878D82A}">
                    <a16:rowId xmlns:a16="http://schemas.microsoft.com/office/drawing/2014/main" val="3294815719"/>
                  </a:ext>
                </a:extLst>
              </a:tr>
            </a:tbl>
          </a:graphicData>
        </a:graphic>
      </p:graphicFrame>
      <p:sp>
        <p:nvSpPr>
          <p:cNvPr id="9" name="TextBox 8">
            <a:extLst>
              <a:ext uri="{FF2B5EF4-FFF2-40B4-BE49-F238E27FC236}">
                <a16:creationId xmlns:a16="http://schemas.microsoft.com/office/drawing/2014/main" id="{8935C872-589C-A209-5285-B1CADE59A151}"/>
              </a:ext>
            </a:extLst>
          </p:cNvPr>
          <p:cNvSpPr txBox="1"/>
          <p:nvPr/>
        </p:nvSpPr>
        <p:spPr>
          <a:xfrm>
            <a:off x="899411" y="444970"/>
            <a:ext cx="6115986" cy="461665"/>
          </a:xfrm>
          <a:prstGeom prst="rect">
            <a:avLst/>
          </a:prstGeom>
          <a:noFill/>
        </p:spPr>
        <p:txBody>
          <a:bodyPr wrap="square">
            <a:spAutoFit/>
          </a:bodyPr>
          <a:lstStyle/>
          <a:p>
            <a:r>
              <a:rPr lang="en-ZA" sz="2400" dirty="0"/>
              <a:t>Figure 1.3: Measurement of analysis</a:t>
            </a:r>
          </a:p>
        </p:txBody>
      </p:sp>
    </p:spTree>
    <p:extLst>
      <p:ext uri="{BB962C8B-B14F-4D97-AF65-F5344CB8AC3E}">
        <p14:creationId xmlns:p14="http://schemas.microsoft.com/office/powerpoint/2010/main" val="23898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07EF30-776A-DA51-B2C7-FCC85B285641}"/>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98C49D32-825B-1E17-7ACF-764D8AC2AFBF}"/>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44BC3A75-C5F8-5544-A56F-7CA675C936E5}"/>
              </a:ext>
            </a:extLst>
          </p:cNvPr>
          <p:cNvSpPr>
            <a:spLocks noGrp="1"/>
          </p:cNvSpPr>
          <p:nvPr>
            <p:ph type="sldNum" sz="quarter" idx="12"/>
          </p:nvPr>
        </p:nvSpPr>
        <p:spPr/>
        <p:txBody>
          <a:bodyPr/>
          <a:lstStyle/>
          <a:p>
            <a:fld id="{FCDC5D13-0321-4383-81EA-F2073319DF27}" type="slidenum">
              <a:rPr lang="en-ZA" smtClean="0"/>
              <a:pPr/>
              <a:t>19</a:t>
            </a:fld>
            <a:endParaRPr lang="en-ZA" dirty="0"/>
          </a:p>
        </p:txBody>
      </p:sp>
      <p:sp>
        <p:nvSpPr>
          <p:cNvPr id="6" name="TextBox 5">
            <a:extLst>
              <a:ext uri="{FF2B5EF4-FFF2-40B4-BE49-F238E27FC236}">
                <a16:creationId xmlns:a16="http://schemas.microsoft.com/office/drawing/2014/main" id="{423E79B4-11DF-7AFC-B07E-CD10B4DAD9B7}"/>
              </a:ext>
            </a:extLst>
          </p:cNvPr>
          <p:cNvSpPr txBox="1"/>
          <p:nvPr/>
        </p:nvSpPr>
        <p:spPr>
          <a:xfrm>
            <a:off x="753255" y="301752"/>
            <a:ext cx="7971020" cy="400110"/>
          </a:xfrm>
          <a:prstGeom prst="rect">
            <a:avLst/>
          </a:prstGeom>
          <a:noFill/>
        </p:spPr>
        <p:txBody>
          <a:bodyPr wrap="square">
            <a:spAutoFit/>
          </a:bodyPr>
          <a:lstStyle/>
          <a:p>
            <a:r>
              <a:rPr lang="en-GB" sz="2000" dirty="0"/>
              <a:t>Figure 1.3 Graph of Girvan- Newman Algorithm of student during covid</a:t>
            </a:r>
            <a:endParaRPr lang="en-ZA" sz="2000" dirty="0"/>
          </a:p>
        </p:txBody>
      </p:sp>
      <p:pic>
        <p:nvPicPr>
          <p:cNvPr id="7" name="Picture 6">
            <a:extLst>
              <a:ext uri="{FF2B5EF4-FFF2-40B4-BE49-F238E27FC236}">
                <a16:creationId xmlns:a16="http://schemas.microsoft.com/office/drawing/2014/main" id="{8C77959E-39BF-7B82-1627-639CCA855A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3256" y="914400"/>
            <a:ext cx="8675558" cy="4182256"/>
          </a:xfrm>
          <a:prstGeom prst="rect">
            <a:avLst/>
          </a:prstGeom>
          <a:noFill/>
          <a:ln>
            <a:noFill/>
          </a:ln>
        </p:spPr>
      </p:pic>
      <p:graphicFrame>
        <p:nvGraphicFramePr>
          <p:cNvPr id="8" name="Table 7">
            <a:extLst>
              <a:ext uri="{FF2B5EF4-FFF2-40B4-BE49-F238E27FC236}">
                <a16:creationId xmlns:a16="http://schemas.microsoft.com/office/drawing/2014/main" id="{E7D123A3-5149-1D6A-B5F7-28C789E70AAD}"/>
              </a:ext>
            </a:extLst>
          </p:cNvPr>
          <p:cNvGraphicFramePr>
            <a:graphicFrameLocks noGrp="1"/>
          </p:cNvGraphicFramePr>
          <p:nvPr>
            <p:extLst>
              <p:ext uri="{D42A27DB-BD31-4B8C-83A1-F6EECF244321}">
                <p14:modId xmlns:p14="http://schemas.microsoft.com/office/powerpoint/2010/main" val="1077398812"/>
              </p:ext>
            </p:extLst>
          </p:nvPr>
        </p:nvGraphicFramePr>
        <p:xfrm>
          <a:off x="753255" y="5096656"/>
          <a:ext cx="8675559" cy="1184223"/>
        </p:xfrm>
        <a:graphic>
          <a:graphicData uri="http://schemas.openxmlformats.org/drawingml/2006/table">
            <a:tbl>
              <a:tblPr/>
              <a:tblGrid>
                <a:gridCol w="8675559">
                  <a:extLst>
                    <a:ext uri="{9D8B030D-6E8A-4147-A177-3AD203B41FA5}">
                      <a16:colId xmlns:a16="http://schemas.microsoft.com/office/drawing/2014/main" val="2999318168"/>
                    </a:ext>
                  </a:extLst>
                </a:gridCol>
              </a:tblGrid>
              <a:tr h="1184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Modularity</a:t>
                      </a:r>
                      <a:r>
                        <a:rPr lang="en-US" sz="1800" kern="1200" dirty="0">
                          <a:solidFill>
                            <a:schemeClr val="tx1"/>
                          </a:solidFill>
                          <a:effectLst/>
                          <a:latin typeface="+mn-lt"/>
                          <a:ea typeface="+mn-ea"/>
                          <a:cs typeface="+mn-cs"/>
                        </a:rPr>
                        <a:t>: 0.395</a:t>
                      </a:r>
                      <a:endParaRPr lang="en-ZA" sz="1800" kern="1200" dirty="0">
                        <a:solidFill>
                          <a:schemeClr val="tx1"/>
                        </a:solidFill>
                        <a:effectLst/>
                        <a:latin typeface="+mn-lt"/>
                        <a:ea typeface="+mn-ea"/>
                        <a:cs typeface="+mn-cs"/>
                      </a:endParaRPr>
                    </a:p>
                    <a:p>
                      <a:r>
                        <a:rPr lang="en-ZA" dirty="0"/>
                        <a:t>This graph indicate that only two communities were created</a:t>
                      </a:r>
                    </a:p>
                    <a:p>
                      <a:r>
                        <a:rPr lang="en-GB" dirty="0"/>
                        <a:t>modularity score of 0.395 suggests a decent partition of the network into communities </a:t>
                      </a:r>
                      <a:endParaRPr lang="en-ZA"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13678815"/>
                  </a:ext>
                </a:extLst>
              </a:tr>
            </a:tbl>
          </a:graphicData>
        </a:graphic>
      </p:graphicFrame>
    </p:spTree>
    <p:extLst>
      <p:ext uri="{BB962C8B-B14F-4D97-AF65-F5344CB8AC3E}">
        <p14:creationId xmlns:p14="http://schemas.microsoft.com/office/powerpoint/2010/main" val="432701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2B40-1245-9CBB-F373-4232E4394673}"/>
              </a:ext>
            </a:extLst>
          </p:cNvPr>
          <p:cNvSpPr>
            <a:spLocks noGrp="1"/>
          </p:cNvSpPr>
          <p:nvPr>
            <p:ph type="title"/>
          </p:nvPr>
        </p:nvSpPr>
        <p:spPr>
          <a:xfrm>
            <a:off x="1191718" y="382738"/>
            <a:ext cx="9499748" cy="594285"/>
          </a:xfrm>
        </p:spPr>
        <p:txBody>
          <a:bodyPr>
            <a:normAutofit fontScale="90000"/>
          </a:bodyPr>
          <a:lstStyle/>
          <a:p>
            <a:pPr algn="l"/>
            <a:r>
              <a:rPr lang="en-GB" sz="2000" b="1" dirty="0"/>
              <a:t>Figure 1.6 Graph of Louvain Algorithm</a:t>
            </a:r>
            <a:endParaRPr lang="en-ZA" sz="2000" b="1" dirty="0"/>
          </a:p>
        </p:txBody>
      </p:sp>
      <p:pic>
        <p:nvPicPr>
          <p:cNvPr id="7" name="Content Placeholder 6">
            <a:extLst>
              <a:ext uri="{FF2B5EF4-FFF2-40B4-BE49-F238E27FC236}">
                <a16:creationId xmlns:a16="http://schemas.microsoft.com/office/drawing/2014/main" id="{C47F3991-55EE-1433-2949-364AA40668DF}"/>
              </a:ext>
            </a:extLst>
          </p:cNvPr>
          <p:cNvPicPr>
            <a:picLocks noGrp="1" noChangeAspect="1"/>
          </p:cNvPicPr>
          <p:nvPr>
            <p:ph idx="1"/>
          </p:nvPr>
        </p:nvPicPr>
        <p:blipFill>
          <a:blip r:embed="rId2"/>
          <a:stretch>
            <a:fillRect/>
          </a:stretch>
        </p:blipFill>
        <p:spPr>
          <a:xfrm>
            <a:off x="1034322" y="1264218"/>
            <a:ext cx="9814540" cy="3913429"/>
          </a:xfrm>
          <a:prstGeom prst="rect">
            <a:avLst/>
          </a:prstGeom>
        </p:spPr>
      </p:pic>
      <p:sp>
        <p:nvSpPr>
          <p:cNvPr id="4" name="Date Placeholder 3">
            <a:extLst>
              <a:ext uri="{FF2B5EF4-FFF2-40B4-BE49-F238E27FC236}">
                <a16:creationId xmlns:a16="http://schemas.microsoft.com/office/drawing/2014/main" id="{9A1E0E5A-268B-29A9-837D-BB89159BEBB2}"/>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5007D0E8-B224-EB20-D250-294B77071827}"/>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3F256293-426A-7908-A478-B8FC4273F01C}"/>
              </a:ext>
            </a:extLst>
          </p:cNvPr>
          <p:cNvSpPr>
            <a:spLocks noGrp="1"/>
          </p:cNvSpPr>
          <p:nvPr>
            <p:ph type="sldNum" sz="quarter" idx="12"/>
          </p:nvPr>
        </p:nvSpPr>
        <p:spPr/>
        <p:txBody>
          <a:bodyPr/>
          <a:lstStyle/>
          <a:p>
            <a:fld id="{FCDC5D13-0321-4383-81EA-F2073319DF27}" type="slidenum">
              <a:rPr lang="en-ZA" smtClean="0"/>
              <a:pPr/>
              <a:t>20</a:t>
            </a:fld>
            <a:endParaRPr lang="en-ZA" dirty="0"/>
          </a:p>
        </p:txBody>
      </p:sp>
      <p:graphicFrame>
        <p:nvGraphicFramePr>
          <p:cNvPr id="8" name="Table 7">
            <a:extLst>
              <a:ext uri="{FF2B5EF4-FFF2-40B4-BE49-F238E27FC236}">
                <a16:creationId xmlns:a16="http://schemas.microsoft.com/office/drawing/2014/main" id="{634A868C-790C-ADD5-9DA7-AC72AA8F6B42}"/>
              </a:ext>
            </a:extLst>
          </p:cNvPr>
          <p:cNvGraphicFramePr>
            <a:graphicFrameLocks noGrp="1"/>
          </p:cNvGraphicFramePr>
          <p:nvPr>
            <p:extLst>
              <p:ext uri="{D42A27DB-BD31-4B8C-83A1-F6EECF244321}">
                <p14:modId xmlns:p14="http://schemas.microsoft.com/office/powerpoint/2010/main" val="1612686108"/>
              </p:ext>
            </p:extLst>
          </p:nvPr>
        </p:nvGraphicFramePr>
        <p:xfrm>
          <a:off x="1034322" y="5336498"/>
          <a:ext cx="9814540" cy="944381"/>
        </p:xfrm>
        <a:graphic>
          <a:graphicData uri="http://schemas.openxmlformats.org/drawingml/2006/table">
            <a:tbl>
              <a:tblPr/>
              <a:tblGrid>
                <a:gridCol w="9814540">
                  <a:extLst>
                    <a:ext uri="{9D8B030D-6E8A-4147-A177-3AD203B41FA5}">
                      <a16:colId xmlns:a16="http://schemas.microsoft.com/office/drawing/2014/main" val="156334493"/>
                    </a:ext>
                  </a:extLst>
                </a:gridCol>
              </a:tblGrid>
              <a:tr h="944381">
                <a:tc>
                  <a:txBody>
                    <a:bodyPr/>
                    <a:lstStyle/>
                    <a:p>
                      <a:r>
                        <a:rPr lang="en-ZA" sz="1800" dirty="0"/>
                        <a:t>Modularity: 0.395</a:t>
                      </a:r>
                    </a:p>
                    <a:p>
                      <a:r>
                        <a:rPr lang="en-GB" sz="1800" dirty="0"/>
                        <a:t>modularity value of 0.395 shows that nodes have been successfully categorized into communities that are less related to nodes in other communities but have strong internal connections</a:t>
                      </a:r>
                      <a:endParaRPr lang="en-ZA" sz="18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115234878"/>
                  </a:ext>
                </a:extLst>
              </a:tr>
            </a:tbl>
          </a:graphicData>
        </a:graphic>
      </p:graphicFrame>
    </p:spTree>
    <p:extLst>
      <p:ext uri="{BB962C8B-B14F-4D97-AF65-F5344CB8AC3E}">
        <p14:creationId xmlns:p14="http://schemas.microsoft.com/office/powerpoint/2010/main" val="3879117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B3C7C-7D80-8FE2-8D74-E513FD6ECC36}"/>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CFB4E7FC-8A48-D81F-CD12-FEB3268D6982}"/>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7988A863-E2D3-FAA3-2421-46087907BCB2}"/>
              </a:ext>
            </a:extLst>
          </p:cNvPr>
          <p:cNvSpPr>
            <a:spLocks noGrp="1"/>
          </p:cNvSpPr>
          <p:nvPr>
            <p:ph type="sldNum" sz="quarter" idx="12"/>
          </p:nvPr>
        </p:nvSpPr>
        <p:spPr/>
        <p:txBody>
          <a:bodyPr/>
          <a:lstStyle/>
          <a:p>
            <a:fld id="{FCDC5D13-0321-4383-81EA-F2073319DF27}" type="slidenum">
              <a:rPr lang="en-ZA" smtClean="0"/>
              <a:pPr/>
              <a:t>21</a:t>
            </a:fld>
            <a:endParaRPr lang="en-ZA" dirty="0"/>
          </a:p>
        </p:txBody>
      </p:sp>
      <p:sp>
        <p:nvSpPr>
          <p:cNvPr id="6" name="TextBox 5">
            <a:extLst>
              <a:ext uri="{FF2B5EF4-FFF2-40B4-BE49-F238E27FC236}">
                <a16:creationId xmlns:a16="http://schemas.microsoft.com/office/drawing/2014/main" id="{BB9E395C-BBB6-153C-B7B9-7163A5D00967}"/>
              </a:ext>
            </a:extLst>
          </p:cNvPr>
          <p:cNvSpPr txBox="1"/>
          <p:nvPr/>
        </p:nvSpPr>
        <p:spPr>
          <a:xfrm>
            <a:off x="708285" y="536208"/>
            <a:ext cx="6093500" cy="400110"/>
          </a:xfrm>
          <a:prstGeom prst="rect">
            <a:avLst/>
          </a:prstGeom>
          <a:noFill/>
        </p:spPr>
        <p:txBody>
          <a:bodyPr wrap="square">
            <a:spAutoFit/>
          </a:bodyPr>
          <a:lstStyle/>
          <a:p>
            <a:r>
              <a:rPr lang="en-GB" sz="2000" b="1" dirty="0"/>
              <a:t>Figure 1.5 Graph of Clustering Algorithm</a:t>
            </a:r>
            <a:endParaRPr lang="en-ZA" sz="2000" b="1" dirty="0"/>
          </a:p>
        </p:txBody>
      </p:sp>
      <p:pic>
        <p:nvPicPr>
          <p:cNvPr id="7" name="Picture 6">
            <a:extLst>
              <a:ext uri="{FF2B5EF4-FFF2-40B4-BE49-F238E27FC236}">
                <a16:creationId xmlns:a16="http://schemas.microsoft.com/office/drawing/2014/main" id="{7239A57F-A3D2-69C1-59C0-E868741E2B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8285" y="1261109"/>
            <a:ext cx="5901188" cy="4510103"/>
          </a:xfrm>
          <a:prstGeom prst="rect">
            <a:avLst/>
          </a:prstGeom>
          <a:noFill/>
          <a:ln>
            <a:noFill/>
          </a:ln>
        </p:spPr>
      </p:pic>
      <p:graphicFrame>
        <p:nvGraphicFramePr>
          <p:cNvPr id="8" name="Table 7">
            <a:extLst>
              <a:ext uri="{FF2B5EF4-FFF2-40B4-BE49-F238E27FC236}">
                <a16:creationId xmlns:a16="http://schemas.microsoft.com/office/drawing/2014/main" id="{2BCFBBB3-18D9-7FC9-B493-8C56AB76A020}"/>
              </a:ext>
            </a:extLst>
          </p:cNvPr>
          <p:cNvGraphicFramePr>
            <a:graphicFrameLocks noGrp="1"/>
          </p:cNvGraphicFramePr>
          <p:nvPr>
            <p:extLst>
              <p:ext uri="{D42A27DB-BD31-4B8C-83A1-F6EECF244321}">
                <p14:modId xmlns:p14="http://schemas.microsoft.com/office/powerpoint/2010/main" val="150563480"/>
              </p:ext>
            </p:extLst>
          </p:nvPr>
        </p:nvGraphicFramePr>
        <p:xfrm>
          <a:off x="6970426" y="1379096"/>
          <a:ext cx="4377128" cy="4297680"/>
        </p:xfrm>
        <a:graphic>
          <a:graphicData uri="http://schemas.openxmlformats.org/drawingml/2006/table">
            <a:tbl>
              <a:tblPr/>
              <a:tblGrid>
                <a:gridCol w="4377128">
                  <a:extLst>
                    <a:ext uri="{9D8B030D-6E8A-4147-A177-3AD203B41FA5}">
                      <a16:colId xmlns:a16="http://schemas.microsoft.com/office/drawing/2014/main" val="3633486356"/>
                    </a:ext>
                  </a:extLst>
                </a:gridCol>
              </a:tblGrid>
              <a:tr h="4107304">
                <a:tc>
                  <a:txBody>
                    <a:bodyPr/>
                    <a:lstStyle/>
                    <a:p>
                      <a:r>
                        <a:rPr lang="en-ZA" dirty="0"/>
                        <a:t>Modularity: 0.0992</a:t>
                      </a:r>
                    </a:p>
                    <a:p>
                      <a:endParaRPr lang="en-ZA" dirty="0"/>
                    </a:p>
                    <a:p>
                      <a:pPr marL="285750" indent="-285750" algn="l">
                        <a:buFont typeface="Wingdings" panose="05000000000000000000" pitchFamily="2" charset="2"/>
                        <a:buChar char="§"/>
                      </a:pPr>
                      <a:r>
                        <a:rPr lang="en-GB" sz="2000" dirty="0"/>
                        <a:t>This implies that the network's unique communities have not been successfully detected by the algorithm, and that the node-to-node connections are not highly concentrated inside groups. </a:t>
                      </a:r>
                    </a:p>
                    <a:p>
                      <a:pPr marL="0" indent="0" algn="just">
                        <a:buFont typeface="Wingdings" panose="05000000000000000000" pitchFamily="2" charset="2"/>
                        <a:buNone/>
                      </a:pPr>
                      <a:endParaRPr lang="en-GB" sz="2000" dirty="0"/>
                    </a:p>
                    <a:p>
                      <a:pPr marL="285750" indent="-285750" algn="just">
                        <a:buFont typeface="Wingdings" panose="05000000000000000000" pitchFamily="2" charset="2"/>
                        <a:buChar char="§"/>
                      </a:pPr>
                      <a:r>
                        <a:rPr lang="en-GB" sz="2000" dirty="0"/>
                        <a:t>This low modularity score suggests that significant communities within the network have probably not been successfully recognized by the Spectral clustering algorithm.</a:t>
                      </a:r>
                      <a:endParaRPr lang="en-ZA" sz="20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69882575"/>
                  </a:ext>
                </a:extLst>
              </a:tr>
            </a:tbl>
          </a:graphicData>
        </a:graphic>
      </p:graphicFrame>
    </p:spTree>
    <p:extLst>
      <p:ext uri="{BB962C8B-B14F-4D97-AF65-F5344CB8AC3E}">
        <p14:creationId xmlns:p14="http://schemas.microsoft.com/office/powerpoint/2010/main" val="227867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5A05-0F56-3316-857E-FC30F68018B1}"/>
              </a:ext>
            </a:extLst>
          </p:cNvPr>
          <p:cNvSpPr>
            <a:spLocks noGrp="1"/>
          </p:cNvSpPr>
          <p:nvPr>
            <p:ph type="title"/>
          </p:nvPr>
        </p:nvSpPr>
        <p:spPr>
          <a:xfrm>
            <a:off x="1409075" y="964692"/>
            <a:ext cx="9349847" cy="819138"/>
          </a:xfrm>
        </p:spPr>
        <p:txBody>
          <a:bodyPr>
            <a:noAutofit/>
          </a:bodyPr>
          <a:lstStyle/>
          <a:p>
            <a:r>
              <a:rPr lang="en-GB" sz="2000" b="1" dirty="0"/>
              <a:t>Table 1.5 The community detection algorithm using modularity.</a:t>
            </a:r>
            <a:endParaRPr lang="en-ZA" sz="2000" b="1" dirty="0"/>
          </a:p>
        </p:txBody>
      </p:sp>
      <p:graphicFrame>
        <p:nvGraphicFramePr>
          <p:cNvPr id="7" name="Content Placeholder 6">
            <a:extLst>
              <a:ext uri="{FF2B5EF4-FFF2-40B4-BE49-F238E27FC236}">
                <a16:creationId xmlns:a16="http://schemas.microsoft.com/office/drawing/2014/main" id="{161002A2-9F8C-8810-80F5-9856A638710F}"/>
              </a:ext>
            </a:extLst>
          </p:cNvPr>
          <p:cNvGraphicFramePr>
            <a:graphicFrameLocks noGrp="1"/>
          </p:cNvGraphicFramePr>
          <p:nvPr>
            <p:ph idx="1"/>
            <p:extLst>
              <p:ext uri="{D42A27DB-BD31-4B8C-83A1-F6EECF244321}">
                <p14:modId xmlns:p14="http://schemas.microsoft.com/office/powerpoint/2010/main" val="2316669666"/>
              </p:ext>
            </p:extLst>
          </p:nvPr>
        </p:nvGraphicFramePr>
        <p:xfrm>
          <a:off x="1409074" y="2263515"/>
          <a:ext cx="9349848" cy="3629793"/>
        </p:xfrm>
        <a:graphic>
          <a:graphicData uri="http://schemas.openxmlformats.org/drawingml/2006/table">
            <a:tbl>
              <a:tblPr firstRow="1" firstCol="1" bandRow="1">
                <a:tableStyleId>{EB9631B5-78F2-41C9-869B-9F39066F8104}</a:tableStyleId>
              </a:tblPr>
              <a:tblGrid>
                <a:gridCol w="4674924">
                  <a:extLst>
                    <a:ext uri="{9D8B030D-6E8A-4147-A177-3AD203B41FA5}">
                      <a16:colId xmlns:a16="http://schemas.microsoft.com/office/drawing/2014/main" val="3862987259"/>
                    </a:ext>
                  </a:extLst>
                </a:gridCol>
                <a:gridCol w="4674924">
                  <a:extLst>
                    <a:ext uri="{9D8B030D-6E8A-4147-A177-3AD203B41FA5}">
                      <a16:colId xmlns:a16="http://schemas.microsoft.com/office/drawing/2014/main" val="2422518123"/>
                    </a:ext>
                  </a:extLst>
                </a:gridCol>
              </a:tblGrid>
              <a:tr h="759446">
                <a:tc>
                  <a:txBody>
                    <a:bodyPr/>
                    <a:lstStyle/>
                    <a:p>
                      <a:pPr algn="just">
                        <a:lnSpc>
                          <a:spcPct val="150000"/>
                        </a:lnSpc>
                        <a:spcBef>
                          <a:spcPts val="1200"/>
                        </a:spcBef>
                        <a:spcAft>
                          <a:spcPts val="1000"/>
                        </a:spcAft>
                      </a:pPr>
                      <a:r>
                        <a:rPr lang="en-ZA" sz="2000">
                          <a:effectLst/>
                        </a:rPr>
                        <a:t>Community detection algorithm</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Bef>
                          <a:spcPts val="1200"/>
                        </a:spcBef>
                        <a:spcAft>
                          <a:spcPts val="1000"/>
                        </a:spcAft>
                      </a:pPr>
                      <a:r>
                        <a:rPr lang="en-US" sz="2000">
                          <a:effectLst/>
                        </a:rPr>
                        <a:t>modularity criteria</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32221619"/>
                  </a:ext>
                </a:extLst>
              </a:tr>
              <a:tr h="759446">
                <a:tc>
                  <a:txBody>
                    <a:bodyPr/>
                    <a:lstStyle/>
                    <a:p>
                      <a:pPr algn="ctr">
                        <a:lnSpc>
                          <a:spcPct val="150000"/>
                        </a:lnSpc>
                        <a:spcBef>
                          <a:spcPts val="1200"/>
                        </a:spcBef>
                        <a:spcAft>
                          <a:spcPts val="1000"/>
                        </a:spcAft>
                      </a:pPr>
                      <a:r>
                        <a:rPr lang="en-ZA" sz="2000">
                          <a:effectLst/>
                        </a:rPr>
                        <a:t>Girvan-Newman Algorithm</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Bef>
                          <a:spcPts val="1200"/>
                        </a:spcBef>
                        <a:spcAft>
                          <a:spcPts val="1000"/>
                        </a:spcAft>
                      </a:pPr>
                      <a:r>
                        <a:rPr lang="en-ZA" sz="2000">
                          <a:effectLst/>
                        </a:rPr>
                        <a:t>0.395</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53611885"/>
                  </a:ext>
                </a:extLst>
              </a:tr>
              <a:tr h="759446">
                <a:tc>
                  <a:txBody>
                    <a:bodyPr/>
                    <a:lstStyle/>
                    <a:p>
                      <a:pPr algn="ctr">
                        <a:lnSpc>
                          <a:spcPct val="150000"/>
                        </a:lnSpc>
                        <a:spcBef>
                          <a:spcPts val="1200"/>
                        </a:spcBef>
                        <a:spcAft>
                          <a:spcPts val="1000"/>
                        </a:spcAft>
                      </a:pPr>
                      <a:r>
                        <a:rPr lang="en-ZA" sz="2000">
                          <a:effectLst/>
                        </a:rPr>
                        <a:t>Louvain Algorithm</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Bef>
                          <a:spcPts val="1200"/>
                        </a:spcBef>
                        <a:spcAft>
                          <a:spcPts val="1000"/>
                        </a:spcAft>
                      </a:pPr>
                      <a:r>
                        <a:rPr lang="en-US" sz="2000">
                          <a:effectLst/>
                        </a:rPr>
                        <a:t>0.395</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57901997"/>
                  </a:ext>
                </a:extLst>
              </a:tr>
              <a:tr h="1351455">
                <a:tc>
                  <a:txBody>
                    <a:bodyPr/>
                    <a:lstStyle/>
                    <a:p>
                      <a:pPr algn="ctr">
                        <a:lnSpc>
                          <a:spcPct val="150000"/>
                        </a:lnSpc>
                        <a:spcBef>
                          <a:spcPts val="1200"/>
                        </a:spcBef>
                        <a:spcAft>
                          <a:spcPts val="1000"/>
                        </a:spcAft>
                      </a:pPr>
                      <a:r>
                        <a:rPr lang="en-ZA" sz="2000">
                          <a:effectLst/>
                        </a:rPr>
                        <a:t>Spectral Clustering</a:t>
                      </a:r>
                      <a:endParaRPr lang="en-ZA" sz="20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spcBef>
                          <a:spcPts val="1200"/>
                        </a:spcBef>
                        <a:spcAft>
                          <a:spcPts val="1000"/>
                        </a:spcAft>
                      </a:pPr>
                      <a:r>
                        <a:rPr lang="en-ZA" sz="2000" dirty="0">
                          <a:effectLst/>
                        </a:rPr>
                        <a:t>0.0992</a:t>
                      </a:r>
                      <a:endParaRPr lang="en-ZA" sz="20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5196478"/>
                  </a:ext>
                </a:extLst>
              </a:tr>
            </a:tbl>
          </a:graphicData>
        </a:graphic>
      </p:graphicFrame>
      <p:sp>
        <p:nvSpPr>
          <p:cNvPr id="4" name="Date Placeholder 3">
            <a:extLst>
              <a:ext uri="{FF2B5EF4-FFF2-40B4-BE49-F238E27FC236}">
                <a16:creationId xmlns:a16="http://schemas.microsoft.com/office/drawing/2014/main" id="{4DFC3750-CF93-ED98-1684-CF21525B167C}"/>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D4DDE955-5D7B-32C7-EDCD-5E29A60A98FA}"/>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5091A8DD-99F3-1859-F7D2-44A21B621757}"/>
              </a:ext>
            </a:extLst>
          </p:cNvPr>
          <p:cNvSpPr>
            <a:spLocks noGrp="1"/>
          </p:cNvSpPr>
          <p:nvPr>
            <p:ph type="sldNum" sz="quarter" idx="12"/>
          </p:nvPr>
        </p:nvSpPr>
        <p:spPr/>
        <p:txBody>
          <a:bodyPr/>
          <a:lstStyle/>
          <a:p>
            <a:fld id="{FCDC5D13-0321-4383-81EA-F2073319DF27}" type="slidenum">
              <a:rPr lang="en-ZA" smtClean="0"/>
              <a:pPr/>
              <a:t>22</a:t>
            </a:fld>
            <a:endParaRPr lang="en-ZA" dirty="0"/>
          </a:p>
        </p:txBody>
      </p:sp>
      <p:sp>
        <p:nvSpPr>
          <p:cNvPr id="8" name="Rectangle 1">
            <a:extLst>
              <a:ext uri="{FF2B5EF4-FFF2-40B4-BE49-F238E27FC236}">
                <a16:creationId xmlns:a16="http://schemas.microsoft.com/office/drawing/2014/main" id="{ADF0E44C-ECDE-4A51-E3B9-49D2A35EF16E}"/>
              </a:ext>
            </a:extLst>
          </p:cNvPr>
          <p:cNvSpPr>
            <a:spLocks noChangeArrowheads="1"/>
          </p:cNvSpPr>
          <p:nvPr/>
        </p:nvSpPr>
        <p:spPr bwMode="auto">
          <a:xfrm>
            <a:off x="-4331458" y="0"/>
            <a:ext cx="1854264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spTree>
    <p:extLst>
      <p:ext uri="{BB962C8B-B14F-4D97-AF65-F5344CB8AC3E}">
        <p14:creationId xmlns:p14="http://schemas.microsoft.com/office/powerpoint/2010/main" val="1747898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3643" y="914588"/>
            <a:ext cx="9005277" cy="651166"/>
          </a:xfrm>
        </p:spPr>
        <p:txBody>
          <a:bodyPr>
            <a:normAutofit fontScale="90000"/>
          </a:bodyPr>
          <a:lstStyle/>
          <a:p>
            <a:r>
              <a:rPr lang="en-ZA" dirty="0"/>
              <a:t>Conclusion &amp; Recommendations</a:t>
            </a:r>
          </a:p>
        </p:txBody>
      </p:sp>
      <p:sp>
        <p:nvSpPr>
          <p:cNvPr id="3" name="Content Placeholder 2"/>
          <p:cNvSpPr>
            <a:spLocks noGrp="1"/>
          </p:cNvSpPr>
          <p:nvPr>
            <p:ph idx="1"/>
          </p:nvPr>
        </p:nvSpPr>
        <p:spPr>
          <a:xfrm>
            <a:off x="1753644" y="2016690"/>
            <a:ext cx="9005278" cy="3723337"/>
          </a:xfrm>
        </p:spPr>
        <p:txBody>
          <a:bodyPr>
            <a:normAutofit/>
          </a:bodyPr>
          <a:lstStyle/>
          <a:p>
            <a:r>
              <a:rPr lang="en-GB" sz="2000" dirty="0"/>
              <a:t>According to our problem statement we have use all the method and we find that the Louvain Algorithm, with a modularity of 0.395, outperforms both Spectral Clustering and the Girvan-Newman Algorithm in terms of community detection, according to the modularity values presented. </a:t>
            </a:r>
          </a:p>
          <a:p>
            <a:r>
              <a:rPr lang="en-GB" sz="2000" dirty="0"/>
              <a:t>This is as a result of the Louvain Algorithm achieving a greater modularity value, which shows that the network's community structure is stronger. With a modularity of 0.395, the Girvan-Newman Algorithm recognizes communities as well, if not more than the Louvain Algorithm. The algorithm's notable feature is, its capacity to detect communities through edge betweenness centrality, a gauge of an edge's significance in linking disparate segments of the network.</a:t>
            </a:r>
            <a:endParaRPr lang="en-ZA" sz="2000" dirty="0"/>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23</a:t>
            </a:fld>
            <a:endParaRPr lang="en-ZA" dirty="0"/>
          </a:p>
        </p:txBody>
      </p:sp>
    </p:spTree>
    <p:extLst>
      <p:ext uri="{BB962C8B-B14F-4D97-AF65-F5344CB8AC3E}">
        <p14:creationId xmlns:p14="http://schemas.microsoft.com/office/powerpoint/2010/main" val="615032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443B-0FD5-D5B3-B8C0-283A92CF8747}"/>
              </a:ext>
            </a:extLst>
          </p:cNvPr>
          <p:cNvSpPr>
            <a:spLocks noGrp="1"/>
          </p:cNvSpPr>
          <p:nvPr>
            <p:ph type="title"/>
          </p:nvPr>
        </p:nvSpPr>
        <p:spPr>
          <a:xfrm>
            <a:off x="1259175" y="605570"/>
            <a:ext cx="9316000" cy="788515"/>
          </a:xfrm>
        </p:spPr>
        <p:txBody>
          <a:bodyPr/>
          <a:lstStyle/>
          <a:p>
            <a:r>
              <a:rPr lang="en-ZA" dirty="0"/>
              <a:t>Challenges and future direction</a:t>
            </a:r>
          </a:p>
        </p:txBody>
      </p:sp>
      <p:graphicFrame>
        <p:nvGraphicFramePr>
          <p:cNvPr id="7" name="Content Placeholder 6">
            <a:extLst>
              <a:ext uri="{FF2B5EF4-FFF2-40B4-BE49-F238E27FC236}">
                <a16:creationId xmlns:a16="http://schemas.microsoft.com/office/drawing/2014/main" id="{C6FD3A5D-13A6-A2AC-48C2-AF547E4CC045}"/>
              </a:ext>
            </a:extLst>
          </p:cNvPr>
          <p:cNvGraphicFramePr>
            <a:graphicFrameLocks noGrp="1"/>
          </p:cNvGraphicFramePr>
          <p:nvPr>
            <p:ph idx="1"/>
            <p:extLst>
              <p:ext uri="{D42A27DB-BD31-4B8C-83A1-F6EECF244321}">
                <p14:modId xmlns:p14="http://schemas.microsoft.com/office/powerpoint/2010/main" val="720466880"/>
              </p:ext>
            </p:extLst>
          </p:nvPr>
        </p:nvGraphicFramePr>
        <p:xfrm>
          <a:off x="1258349" y="1954635"/>
          <a:ext cx="9301833" cy="3934437"/>
        </p:xfrm>
        <a:graphic>
          <a:graphicData uri="http://schemas.openxmlformats.org/drawingml/2006/table">
            <a:tbl>
              <a:tblPr>
                <a:tableStyleId>{2D5ABB26-0587-4C30-8999-92F81FD0307C}</a:tableStyleId>
              </a:tblPr>
              <a:tblGrid>
                <a:gridCol w="9301833">
                  <a:extLst>
                    <a:ext uri="{9D8B030D-6E8A-4147-A177-3AD203B41FA5}">
                      <a16:colId xmlns:a16="http://schemas.microsoft.com/office/drawing/2014/main" val="3166512284"/>
                    </a:ext>
                  </a:extLst>
                </a:gridCol>
              </a:tblGrid>
              <a:tr h="3934437">
                <a:tc>
                  <a:txBody>
                    <a:bodyPr/>
                    <a:lstStyle/>
                    <a:p>
                      <a:r>
                        <a:rPr lang="en-ZA" b="1" dirty="0"/>
                        <a:t>Scalability</a:t>
                      </a:r>
                    </a:p>
                    <a:p>
                      <a:pPr marL="285750" indent="-285750">
                        <a:buFont typeface="Wingdings" panose="05000000000000000000" pitchFamily="2" charset="2"/>
                        <a:buChar char="Ø"/>
                      </a:pPr>
                      <a:r>
                        <a:rPr lang="en-ZA" b="0" dirty="0"/>
                        <a:t>One of the challenges in community detection is the scalability of algorithm for analysing  large-scale networks with million of nodes and edges</a:t>
                      </a:r>
                    </a:p>
                    <a:p>
                      <a:endParaRPr lang="en-ZA" dirty="0"/>
                    </a:p>
                    <a:p>
                      <a:r>
                        <a:rPr lang="en-ZA" b="1" dirty="0"/>
                        <a:t>Dynamic network</a:t>
                      </a:r>
                    </a:p>
                    <a:p>
                      <a:pPr marL="285750" indent="-285750">
                        <a:buFont typeface="Wingdings" panose="05000000000000000000" pitchFamily="2" charset="2"/>
                        <a:buChar char="Ø"/>
                      </a:pPr>
                      <a:r>
                        <a:rPr lang="en-ZA" b="0" dirty="0"/>
                        <a:t>Future research aims to develop community detection methods that can adapt to changes  in the network structure over time, know as dynamic network</a:t>
                      </a:r>
                      <a:endParaRPr lang="en-ZA" dirty="0"/>
                    </a:p>
                    <a:p>
                      <a:endParaRPr lang="en-ZA" dirty="0"/>
                    </a:p>
                    <a:p>
                      <a:r>
                        <a:rPr lang="en-ZA" b="1" dirty="0"/>
                        <a:t>Multilayer network</a:t>
                      </a:r>
                    </a:p>
                    <a:p>
                      <a:pPr marL="285750" indent="-285750">
                        <a:buFont typeface="Wingdings" panose="05000000000000000000" pitchFamily="2" charset="2"/>
                        <a:buChar char="Ø"/>
                      </a:pPr>
                      <a:r>
                        <a:rPr lang="en-ZA" b="0" dirty="0"/>
                        <a:t>As the world keep on evolving and network become more complex , there is a need for community detection methods that can be able to handle interconnected layers of information </a:t>
                      </a:r>
                    </a:p>
                  </a:txBody>
                  <a:tcPr/>
                </a:tc>
                <a:extLst>
                  <a:ext uri="{0D108BD9-81ED-4DB2-BD59-A6C34878D82A}">
                    <a16:rowId xmlns:a16="http://schemas.microsoft.com/office/drawing/2014/main" val="171384497"/>
                  </a:ext>
                </a:extLst>
              </a:tr>
            </a:tbl>
          </a:graphicData>
        </a:graphic>
      </p:graphicFrame>
      <p:sp>
        <p:nvSpPr>
          <p:cNvPr id="4" name="Date Placeholder 3">
            <a:extLst>
              <a:ext uri="{FF2B5EF4-FFF2-40B4-BE49-F238E27FC236}">
                <a16:creationId xmlns:a16="http://schemas.microsoft.com/office/drawing/2014/main" id="{8D66E345-1B40-5D2E-1EAD-AD08B8A9B090}"/>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5FFA0019-3E6C-33AC-1319-513E1F6D1025}"/>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02C67A62-870B-4DC6-E376-F01B328027AA}"/>
              </a:ext>
            </a:extLst>
          </p:cNvPr>
          <p:cNvSpPr>
            <a:spLocks noGrp="1"/>
          </p:cNvSpPr>
          <p:nvPr>
            <p:ph type="sldNum" sz="quarter" idx="12"/>
          </p:nvPr>
        </p:nvSpPr>
        <p:spPr/>
        <p:txBody>
          <a:bodyPr/>
          <a:lstStyle/>
          <a:p>
            <a:fld id="{FCDC5D13-0321-4383-81EA-F2073319DF27}" type="slidenum">
              <a:rPr lang="en-ZA" smtClean="0"/>
              <a:pPr/>
              <a:t>24</a:t>
            </a:fld>
            <a:endParaRPr lang="en-ZA" dirty="0"/>
          </a:p>
        </p:txBody>
      </p:sp>
    </p:spTree>
    <p:extLst>
      <p:ext uri="{BB962C8B-B14F-4D97-AF65-F5344CB8AC3E}">
        <p14:creationId xmlns:p14="http://schemas.microsoft.com/office/powerpoint/2010/main" val="4289459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4125" y="542306"/>
            <a:ext cx="9241050" cy="609275"/>
          </a:xfrm>
        </p:spPr>
        <p:txBody>
          <a:bodyPr>
            <a:normAutofit fontScale="90000"/>
          </a:bodyPr>
          <a:lstStyle/>
          <a:p>
            <a:r>
              <a:rPr lang="en-ZA" dirty="0"/>
              <a:t>References</a:t>
            </a:r>
          </a:p>
        </p:txBody>
      </p:sp>
      <p:sp>
        <p:nvSpPr>
          <p:cNvPr id="3" name="Content Placeholder 2"/>
          <p:cNvSpPr>
            <a:spLocks noGrp="1"/>
          </p:cNvSpPr>
          <p:nvPr>
            <p:ph idx="1"/>
          </p:nvPr>
        </p:nvSpPr>
        <p:spPr>
          <a:xfrm>
            <a:off x="1334124" y="1543987"/>
            <a:ext cx="9638675" cy="4467069"/>
          </a:xfrm>
        </p:spPr>
        <p:txBody>
          <a:bodyPr>
            <a:normAutofit/>
          </a:bodyPr>
          <a:lstStyle/>
          <a:p>
            <a:pPr marL="0" indent="0" algn="just">
              <a:buNone/>
            </a:pPr>
            <a:r>
              <a:rPr lang="en-ZA" dirty="0"/>
              <a:t>Alotaibi, N. and </a:t>
            </a:r>
            <a:r>
              <a:rPr lang="en-ZA" dirty="0" err="1"/>
              <a:t>Rhouma</a:t>
            </a:r>
            <a:r>
              <a:rPr lang="en-ZA" dirty="0"/>
              <a:t>, D., 2022. A review on community structures detection in time evolving social networks. Journal of King Saud University-Computer and Information Sciences, 34(8), pp.5646-5662.</a:t>
            </a:r>
          </a:p>
          <a:p>
            <a:pPr marL="0" indent="0" algn="just">
              <a:buNone/>
            </a:pPr>
            <a:r>
              <a:rPr lang="en-ZA" dirty="0" err="1"/>
              <a:t>Blei</a:t>
            </a:r>
            <a:r>
              <a:rPr lang="en-ZA" dirty="0"/>
              <a:t>, D. M., Ng, A. Y., &amp; Jordan, M. I. (2003) 'Latent Dirichlet Allocation', Journal of Machine Learning Research, 3, 993-1022</a:t>
            </a:r>
          </a:p>
          <a:p>
            <a:pPr marL="0" indent="0" algn="just">
              <a:buNone/>
            </a:pPr>
            <a:r>
              <a:rPr lang="en-ZA" dirty="0"/>
              <a:t>Blondel, V. D., Guillaume, J. L., </a:t>
            </a:r>
            <a:r>
              <a:rPr lang="en-ZA" dirty="0" err="1"/>
              <a:t>Lambiotte</a:t>
            </a:r>
            <a:r>
              <a:rPr lang="en-ZA" dirty="0"/>
              <a:t>, R., &amp; Lefebvre, E. (2008) 'Fast unfolding of communities in large networks', Journal of Statistical Mechanics: Theory and Experiment, 2008(10), P10008</a:t>
            </a:r>
          </a:p>
          <a:p>
            <a:pPr marL="0" indent="0" algn="just">
              <a:buNone/>
            </a:pPr>
            <a:r>
              <a:rPr lang="en-ZA" dirty="0"/>
              <a:t>Cao, C., Ni, Q., &amp; Zhai, Y. (2015). An Improved Collaborative Filtering Recommendation Algorithm Based on Community Detection in Social Networks. In Proceedings of the 2015 on Genetic and Evolutionary Computation Conference. ACM, 1-8. doi:10.1145/2739480.2754670.</a:t>
            </a:r>
            <a:r>
              <a:rPr lang="en-GB" dirty="0"/>
              <a:t> Newman, M. E., &amp; Girvan, M. (2004) 'Finding and evaluating community structure in networks', Physical Review E, 69(2), 026113.</a:t>
            </a:r>
          </a:p>
          <a:p>
            <a:pPr marL="0" indent="0" algn="just">
              <a:buNone/>
            </a:pPr>
            <a:r>
              <a:rPr lang="en-GB" dirty="0"/>
              <a:t>Holland, P. W., Laskey, K. B., &amp; </a:t>
            </a:r>
            <a:r>
              <a:rPr lang="en-GB" dirty="0" err="1"/>
              <a:t>Leinhardt</a:t>
            </a:r>
            <a:r>
              <a:rPr lang="en-GB" dirty="0"/>
              <a:t>, S. (1983). Stochastic block models: First steps. Social Networks, 5, 109–137</a:t>
            </a:r>
            <a:endParaRPr lang="en-ZA" dirty="0"/>
          </a:p>
          <a:p>
            <a:pPr marL="0" indent="0">
              <a:buNone/>
            </a:pPr>
            <a:endParaRPr lang="en-ZA" dirty="0"/>
          </a:p>
          <a:p>
            <a:endParaRPr lang="en-ZA" dirty="0"/>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25</a:t>
            </a:fld>
            <a:endParaRPr lang="en-ZA" dirty="0"/>
          </a:p>
        </p:txBody>
      </p:sp>
    </p:spTree>
    <p:extLst>
      <p:ext uri="{BB962C8B-B14F-4D97-AF65-F5344CB8AC3E}">
        <p14:creationId xmlns:p14="http://schemas.microsoft.com/office/powerpoint/2010/main" val="36614073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BB5DACC0DB97E4E90BC54199C4C1670" ma:contentTypeVersion="15" ma:contentTypeDescription="Create a new document." ma:contentTypeScope="" ma:versionID="7d7db3c00539d267ebcb5d545d0c1c37">
  <xsd:schema xmlns:xsd="http://www.w3.org/2001/XMLSchema" xmlns:xs="http://www.w3.org/2001/XMLSchema" xmlns:p="http://schemas.microsoft.com/office/2006/metadata/properties" xmlns:ns3="b86d935a-ac0b-4964-89ca-c6322b8812e9" xmlns:ns4="a72e6644-6026-4fd6-8b5e-510b74971cef" targetNamespace="http://schemas.microsoft.com/office/2006/metadata/properties" ma:root="true" ma:fieldsID="1d4bf84598c7bae14e4cdd3a57576923" ns3:_="" ns4:_="">
    <xsd:import namespace="b86d935a-ac0b-4964-89ca-c6322b8812e9"/>
    <xsd:import namespace="a72e6644-6026-4fd6-8b5e-510b74971ce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ServiceObjectDetectorVersions" minOccurs="0"/>
                <xsd:element ref="ns4:_activity"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6d935a-ac0b-4964-89ca-c6322b8812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2e6644-6026-4fd6-8b5e-510b74971ce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72e6644-6026-4fd6-8b5e-510b74971cef" xsi:nil="true"/>
  </documentManagement>
</p:properties>
</file>

<file path=customXml/itemProps1.xml><?xml version="1.0" encoding="utf-8"?>
<ds:datastoreItem xmlns:ds="http://schemas.openxmlformats.org/officeDocument/2006/customXml" ds:itemID="{BFD1C148-838C-4B35-AFE7-201C12F0571D}">
  <ds:schemaRefs>
    <ds:schemaRef ds:uri="http://schemas.microsoft.com/sharepoint/v3/contenttype/forms"/>
  </ds:schemaRefs>
</ds:datastoreItem>
</file>

<file path=customXml/itemProps2.xml><?xml version="1.0" encoding="utf-8"?>
<ds:datastoreItem xmlns:ds="http://schemas.openxmlformats.org/officeDocument/2006/customXml" ds:itemID="{CC2B2F92-1D06-47C9-84FC-29CD9219D3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6d935a-ac0b-4964-89ca-c6322b8812e9"/>
    <ds:schemaRef ds:uri="a72e6644-6026-4fd6-8b5e-510b74971c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481E27-F203-47EE-B829-A971002ADC39}">
  <ds:schemaRefs>
    <ds:schemaRef ds:uri="http://purl.org/dc/terms/"/>
    <ds:schemaRef ds:uri="http://schemas.openxmlformats.org/package/2006/metadata/core-properties"/>
    <ds:schemaRef ds:uri="b86d935a-ac0b-4964-89ca-c6322b8812e9"/>
    <ds:schemaRef ds:uri="http://purl.org/dc/dcmitype/"/>
    <ds:schemaRef ds:uri="a72e6644-6026-4fd6-8b5e-510b74971cef"/>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953</TotalTime>
  <Words>1899</Words>
  <Application>Microsoft Office PowerPoint</Application>
  <PresentationFormat>Widescreen</PresentationFormat>
  <Paragraphs>293</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Parcel</vt:lpstr>
      <vt:lpstr>Community detection in social media</vt:lpstr>
      <vt:lpstr>Agenda</vt:lpstr>
      <vt:lpstr>Introduction</vt:lpstr>
      <vt:lpstr>What is community ?</vt:lpstr>
      <vt:lpstr>What is graph theory ?</vt:lpstr>
      <vt:lpstr>Graph coloring</vt:lpstr>
      <vt:lpstr>What is community detection?</vt:lpstr>
      <vt:lpstr>Community detection application</vt:lpstr>
      <vt:lpstr>PowerPoint Presentation</vt:lpstr>
      <vt:lpstr>Problem statement</vt:lpstr>
      <vt:lpstr>Literature Review</vt:lpstr>
      <vt:lpstr>Methodology</vt:lpstr>
      <vt:lpstr>Data analysis</vt:lpstr>
      <vt:lpstr>Community detection algorithms</vt:lpstr>
      <vt:lpstr>Results &amp; Discussion</vt:lpstr>
      <vt:lpstr>PowerPoint Presentation</vt:lpstr>
      <vt:lpstr>PowerPoint Presentation</vt:lpstr>
      <vt:lpstr>PowerPoint Presentation</vt:lpstr>
      <vt:lpstr>PowerPoint Presentation</vt:lpstr>
      <vt:lpstr>Figure 1.6 Graph of Louvain Algorithm</vt:lpstr>
      <vt:lpstr>PowerPoint Presentation</vt:lpstr>
      <vt:lpstr>Table 1.5 The community detection algorithm using modularity.</vt:lpstr>
      <vt:lpstr>Conclusion &amp; Recommendations</vt:lpstr>
      <vt:lpstr>Challenges and future direction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detection in social media</dc:title>
  <dc:creator>Hendry Mike Mkhonto</dc:creator>
  <cp:lastModifiedBy>Hendry Mike Mkhonto</cp:lastModifiedBy>
  <cp:revision>12</cp:revision>
  <dcterms:created xsi:type="dcterms:W3CDTF">2024-06-07T15:10:25Z</dcterms:created>
  <dcterms:modified xsi:type="dcterms:W3CDTF">2026-03-06T07:25:53Z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0x010100EBB5DACC0DB97E4E90BC54199C4C1670</vt:lpwstr>
  </property>
</Properties>
</file>